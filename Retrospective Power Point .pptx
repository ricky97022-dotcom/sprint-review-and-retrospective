
<file path=[Content_Types].xml><?xml version="1.0" encoding="utf-8"?>
<Types xmlns="http://schemas.openxmlformats.org/package/2006/content-types">
  <Default Extension="jpeg" ContentType="image/jpe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Lst>
  <p:notesMasterIdLst>
    <p:notesMasterId r:id="rId8"/>
  </p:notesMasterIdLst>
  <p:sldIdLst>
    <p:sldId id="257" r:id="rId2"/>
    <p:sldId id="258" r:id="rId3"/>
    <p:sldId id="259" r:id="rId4"/>
    <p:sldId id="261" r:id="rId5"/>
    <p:sldId id="260"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2CD2BB-5297-457C-916B-EA396A1C0923}" v="59" dt="2026-04-19T17:38:13.7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3314" autoAdjust="0"/>
  </p:normalViewPr>
  <p:slideViewPr>
    <p:cSldViewPr snapToGrid="0">
      <p:cViewPr varScale="1">
        <p:scale>
          <a:sx n="89" d="100"/>
          <a:sy n="89" d="100"/>
        </p:scale>
        <p:origin x="87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ky Williams" userId="8b0245548df6eac2" providerId="LiveId" clId="{3AC9114A-D937-46BE-9EF4-2B9075090D2E}"/>
    <pc:docChg chg="undo custSel modSld sldOrd modMainMaster">
      <pc:chgData name="Ricky Williams" userId="8b0245548df6eac2" providerId="LiveId" clId="{3AC9114A-D937-46BE-9EF4-2B9075090D2E}" dt="2026-04-19T17:38:49.094" v="1121" actId="255"/>
      <pc:docMkLst>
        <pc:docMk/>
      </pc:docMkLst>
      <pc:sldChg chg="modTransition">
        <pc:chgData name="Ricky Williams" userId="8b0245548df6eac2" providerId="LiveId" clId="{3AC9114A-D937-46BE-9EF4-2B9075090D2E}" dt="2026-04-19T17:16:47.954" v="941"/>
        <pc:sldMkLst>
          <pc:docMk/>
          <pc:sldMk cId="0" sldId="257"/>
        </pc:sldMkLst>
      </pc:sldChg>
      <pc:sldChg chg="addSp delSp modSp mod modTransition modNotesTx">
        <pc:chgData name="Ricky Williams" userId="8b0245548df6eac2" providerId="LiveId" clId="{3AC9114A-D937-46BE-9EF4-2B9075090D2E}" dt="2026-04-19T17:26:44.913" v="1106" actId="14100"/>
        <pc:sldMkLst>
          <pc:docMk/>
          <pc:sldMk cId="601949883" sldId="258"/>
        </pc:sldMkLst>
        <pc:spChg chg="mod">
          <ac:chgData name="Ricky Williams" userId="8b0245548df6eac2" providerId="LiveId" clId="{3AC9114A-D937-46BE-9EF4-2B9075090D2E}" dt="2026-04-19T15:04:10.413" v="746" actId="207"/>
          <ac:spMkLst>
            <pc:docMk/>
            <pc:sldMk cId="601949883" sldId="258"/>
            <ac:spMk id="3" creationId="{7FCFC712-3455-1F6A-9B6D-E3065F68783D}"/>
          </ac:spMkLst>
        </pc:spChg>
        <pc:spChg chg="mod">
          <ac:chgData name="Ricky Williams" userId="8b0245548df6eac2" providerId="LiveId" clId="{3AC9114A-D937-46BE-9EF4-2B9075090D2E}" dt="2026-04-19T17:26:44.913" v="1106" actId="14100"/>
          <ac:spMkLst>
            <pc:docMk/>
            <pc:sldMk cId="601949883" sldId="258"/>
            <ac:spMk id="4" creationId="{8A90157D-D527-4C0A-D88F-262A139E3DAD}"/>
          </ac:spMkLst>
        </pc:spChg>
        <pc:spChg chg="add del mod">
          <ac:chgData name="Ricky Williams" userId="8b0245548df6eac2" providerId="LiveId" clId="{3AC9114A-D937-46BE-9EF4-2B9075090D2E}" dt="2026-04-19T15:05:58.446" v="753" actId="207"/>
          <ac:spMkLst>
            <pc:docMk/>
            <pc:sldMk cId="601949883" sldId="258"/>
            <ac:spMk id="6" creationId="{FADA482A-377B-CF28-7D07-F724FB885BC6}"/>
          </ac:spMkLst>
        </pc:spChg>
        <pc:spChg chg="mod">
          <ac:chgData name="Ricky Williams" userId="8b0245548df6eac2" providerId="LiveId" clId="{3AC9114A-D937-46BE-9EF4-2B9075090D2E}" dt="2026-04-19T15:05:49.900" v="752" actId="207"/>
          <ac:spMkLst>
            <pc:docMk/>
            <pc:sldMk cId="601949883" sldId="258"/>
            <ac:spMk id="7" creationId="{9FD532B9-E3F4-E1C0-BAFA-FE76C16892A2}"/>
          </ac:spMkLst>
        </pc:spChg>
        <pc:spChg chg="add mod">
          <ac:chgData name="Ricky Williams" userId="8b0245548df6eac2" providerId="LiveId" clId="{3AC9114A-D937-46BE-9EF4-2B9075090D2E}" dt="2026-04-19T15:04:32.244" v="748" actId="207"/>
          <ac:spMkLst>
            <pc:docMk/>
            <pc:sldMk cId="601949883" sldId="258"/>
            <ac:spMk id="8" creationId="{2BECFCC8-8B7E-E778-429F-2766FDC869E8}"/>
          </ac:spMkLst>
        </pc:spChg>
        <pc:spChg chg="add mod">
          <ac:chgData name="Ricky Williams" userId="8b0245548df6eac2" providerId="LiveId" clId="{3AC9114A-D937-46BE-9EF4-2B9075090D2E}" dt="2026-04-19T13:38:02.740" v="572" actId="207"/>
          <ac:spMkLst>
            <pc:docMk/>
            <pc:sldMk cId="601949883" sldId="258"/>
            <ac:spMk id="9" creationId="{D0AE509C-FDE6-54B3-2B17-E853E34968C2}"/>
          </ac:spMkLst>
        </pc:spChg>
        <pc:spChg chg="add mod">
          <ac:chgData name="Ricky Williams" userId="8b0245548df6eac2" providerId="LiveId" clId="{3AC9114A-D937-46BE-9EF4-2B9075090D2E}" dt="2026-04-19T13:38:16.694" v="573" actId="207"/>
          <ac:spMkLst>
            <pc:docMk/>
            <pc:sldMk cId="601949883" sldId="258"/>
            <ac:spMk id="10" creationId="{39678068-0909-D410-087C-157A0A55FD31}"/>
          </ac:spMkLst>
        </pc:spChg>
        <pc:spChg chg="add mod">
          <ac:chgData name="Ricky Williams" userId="8b0245548df6eac2" providerId="LiveId" clId="{3AC9114A-D937-46BE-9EF4-2B9075090D2E}" dt="2026-04-19T13:38:24.835" v="574" actId="207"/>
          <ac:spMkLst>
            <pc:docMk/>
            <pc:sldMk cId="601949883" sldId="258"/>
            <ac:spMk id="11" creationId="{68BC5838-F4AB-29D3-7CEB-4458D16B7395}"/>
          </ac:spMkLst>
        </pc:spChg>
      </pc:sldChg>
      <pc:sldChg chg="addSp modSp mod modTransition">
        <pc:chgData name="Ricky Williams" userId="8b0245548df6eac2" providerId="LiveId" clId="{3AC9114A-D937-46BE-9EF4-2B9075090D2E}" dt="2026-04-19T17:30:10.089" v="1107" actId="14100"/>
        <pc:sldMkLst>
          <pc:docMk/>
          <pc:sldMk cId="2072998716" sldId="259"/>
        </pc:sldMkLst>
        <pc:spChg chg="add mod">
          <ac:chgData name="Ricky Williams" userId="8b0245548df6eac2" providerId="LiveId" clId="{3AC9114A-D937-46BE-9EF4-2B9075090D2E}" dt="2026-04-19T00:01:13.099" v="144" actId="14100"/>
          <ac:spMkLst>
            <pc:docMk/>
            <pc:sldMk cId="2072998716" sldId="259"/>
            <ac:spMk id="2" creationId="{D94EF515-5270-EF9C-45BB-C4CDC7E89D01}"/>
          </ac:spMkLst>
        </pc:spChg>
        <pc:spChg chg="add mod">
          <ac:chgData name="Ricky Williams" userId="8b0245548df6eac2" providerId="LiveId" clId="{3AC9114A-D937-46BE-9EF4-2B9075090D2E}" dt="2026-04-19T13:55:38.606" v="640" actId="207"/>
          <ac:spMkLst>
            <pc:docMk/>
            <pc:sldMk cId="2072998716" sldId="259"/>
            <ac:spMk id="3" creationId="{1F0F1FC0-542C-1DE0-443D-42263201411C}"/>
          </ac:spMkLst>
        </pc:spChg>
        <pc:spChg chg="add mod">
          <ac:chgData name="Ricky Williams" userId="8b0245548df6eac2" providerId="LiveId" clId="{3AC9114A-D937-46BE-9EF4-2B9075090D2E}" dt="2026-04-19T13:56:48.471" v="643" actId="207"/>
          <ac:spMkLst>
            <pc:docMk/>
            <pc:sldMk cId="2072998716" sldId="259"/>
            <ac:spMk id="4" creationId="{ABCAB604-2BBA-167E-710E-72ABB363FB06}"/>
          </ac:spMkLst>
        </pc:spChg>
        <pc:spChg chg="add mod">
          <ac:chgData name="Ricky Williams" userId="8b0245548df6eac2" providerId="LiveId" clId="{3AC9114A-D937-46BE-9EF4-2B9075090D2E}" dt="2026-04-19T13:58:40.935" v="651" actId="122"/>
          <ac:spMkLst>
            <pc:docMk/>
            <pc:sldMk cId="2072998716" sldId="259"/>
            <ac:spMk id="5" creationId="{2287519E-EEAE-ACAA-5CD3-8A6F12CCABE4}"/>
          </ac:spMkLst>
        </pc:spChg>
        <pc:spChg chg="add mod">
          <ac:chgData name="Ricky Williams" userId="8b0245548df6eac2" providerId="LiveId" clId="{3AC9114A-D937-46BE-9EF4-2B9075090D2E}" dt="2026-04-19T13:59:09.039" v="655" actId="122"/>
          <ac:spMkLst>
            <pc:docMk/>
            <pc:sldMk cId="2072998716" sldId="259"/>
            <ac:spMk id="6" creationId="{52F34C17-019F-DCF7-BCD4-3295BC76C250}"/>
          </ac:spMkLst>
        </pc:spChg>
        <pc:spChg chg="add mod">
          <ac:chgData name="Ricky Williams" userId="8b0245548df6eac2" providerId="LiveId" clId="{3AC9114A-D937-46BE-9EF4-2B9075090D2E}" dt="2026-04-19T14:03:02.526" v="659" actId="122"/>
          <ac:spMkLst>
            <pc:docMk/>
            <pc:sldMk cId="2072998716" sldId="259"/>
            <ac:spMk id="7" creationId="{4016EF3B-8539-A756-F770-A9CD2019971F}"/>
          </ac:spMkLst>
        </pc:spChg>
        <pc:spChg chg="add mod">
          <ac:chgData name="Ricky Williams" userId="8b0245548df6eac2" providerId="LiveId" clId="{3AC9114A-D937-46BE-9EF4-2B9075090D2E}" dt="2026-04-19T17:30:10.089" v="1107" actId="14100"/>
          <ac:spMkLst>
            <pc:docMk/>
            <pc:sldMk cId="2072998716" sldId="259"/>
            <ac:spMk id="8" creationId="{0DBB2ECB-113A-2746-1F28-68A88D4F119B}"/>
          </ac:spMkLst>
        </pc:spChg>
        <pc:spChg chg="add mod">
          <ac:chgData name="Ricky Williams" userId="8b0245548df6eac2" providerId="LiveId" clId="{3AC9114A-D937-46BE-9EF4-2B9075090D2E}" dt="2026-04-19T13:55:48.961" v="641" actId="207"/>
          <ac:spMkLst>
            <pc:docMk/>
            <pc:sldMk cId="2072998716" sldId="259"/>
            <ac:spMk id="9" creationId="{8054CB62-4C35-8921-4AEE-EC0158E63F26}"/>
          </ac:spMkLst>
        </pc:spChg>
        <pc:spChg chg="add mod">
          <ac:chgData name="Ricky Williams" userId="8b0245548df6eac2" providerId="LiveId" clId="{3AC9114A-D937-46BE-9EF4-2B9075090D2E}" dt="2026-04-19T13:56:54.204" v="644" actId="207"/>
          <ac:spMkLst>
            <pc:docMk/>
            <pc:sldMk cId="2072998716" sldId="259"/>
            <ac:spMk id="10" creationId="{BD208712-1F1E-8E0D-971B-FFE52EFFEFB1}"/>
          </ac:spMkLst>
        </pc:spChg>
        <pc:spChg chg="add mod">
          <ac:chgData name="Ricky Williams" userId="8b0245548df6eac2" providerId="LiveId" clId="{3AC9114A-D937-46BE-9EF4-2B9075090D2E}" dt="2026-04-19T13:58:16.592" v="650" actId="207"/>
          <ac:spMkLst>
            <pc:docMk/>
            <pc:sldMk cId="2072998716" sldId="259"/>
            <ac:spMk id="11" creationId="{B66431DC-917A-3B2A-F1B8-4D6CB4B42423}"/>
          </ac:spMkLst>
        </pc:spChg>
        <pc:spChg chg="add mod">
          <ac:chgData name="Ricky Williams" userId="8b0245548df6eac2" providerId="LiveId" clId="{3AC9114A-D937-46BE-9EF4-2B9075090D2E}" dt="2026-04-19T13:58:54.799" v="652" actId="207"/>
          <ac:spMkLst>
            <pc:docMk/>
            <pc:sldMk cId="2072998716" sldId="259"/>
            <ac:spMk id="12" creationId="{96DEB539-8764-AE78-DFEC-0500E25E4ED4}"/>
          </ac:spMkLst>
        </pc:spChg>
        <pc:spChg chg="add mod">
          <ac:chgData name="Ricky Williams" userId="8b0245548df6eac2" providerId="LiveId" clId="{3AC9114A-D937-46BE-9EF4-2B9075090D2E}" dt="2026-04-19T14:02:43.849" v="656" actId="207"/>
          <ac:spMkLst>
            <pc:docMk/>
            <pc:sldMk cId="2072998716" sldId="259"/>
            <ac:spMk id="13" creationId="{2C35455E-28FA-E5FE-19E0-6680C7D9BB64}"/>
          </ac:spMkLst>
        </pc:spChg>
        <pc:spChg chg="add mod">
          <ac:chgData name="Ricky Williams" userId="8b0245548df6eac2" providerId="LiveId" clId="{3AC9114A-D937-46BE-9EF4-2B9075090D2E}" dt="2026-04-19T00:24:47.269" v="270" actId="1076"/>
          <ac:spMkLst>
            <pc:docMk/>
            <pc:sldMk cId="2072998716" sldId="259"/>
            <ac:spMk id="14" creationId="{2D9DAF6C-D657-B929-DFF3-B59B6CFC3602}"/>
          </ac:spMkLst>
        </pc:spChg>
        <pc:spChg chg="add mod">
          <ac:chgData name="Ricky Williams" userId="8b0245548df6eac2" providerId="LiveId" clId="{3AC9114A-D937-46BE-9EF4-2B9075090D2E}" dt="2026-04-19T13:55:31.134" v="639" actId="207"/>
          <ac:spMkLst>
            <pc:docMk/>
            <pc:sldMk cId="2072998716" sldId="259"/>
            <ac:spMk id="15" creationId="{7EDF09F8-B3FB-A9DE-ABD0-D3241EA9203A}"/>
          </ac:spMkLst>
        </pc:spChg>
        <pc:spChg chg="add mod">
          <ac:chgData name="Ricky Williams" userId="8b0245548df6eac2" providerId="LiveId" clId="{3AC9114A-D937-46BE-9EF4-2B9075090D2E}" dt="2026-04-19T13:56:41.323" v="642" actId="207"/>
          <ac:spMkLst>
            <pc:docMk/>
            <pc:sldMk cId="2072998716" sldId="259"/>
            <ac:spMk id="16" creationId="{B3BBED8C-7AF6-2B72-03ED-97AF2B8274A3}"/>
          </ac:spMkLst>
        </pc:spChg>
        <pc:spChg chg="add mod">
          <ac:chgData name="Ricky Williams" userId="8b0245548df6eac2" providerId="LiveId" clId="{3AC9114A-D937-46BE-9EF4-2B9075090D2E}" dt="2026-04-19T13:58:10.380" v="649" actId="207"/>
          <ac:spMkLst>
            <pc:docMk/>
            <pc:sldMk cId="2072998716" sldId="259"/>
            <ac:spMk id="17" creationId="{39666A46-A310-A0A3-1536-C5E8EF6C4613}"/>
          </ac:spMkLst>
        </pc:spChg>
        <pc:spChg chg="add mod">
          <ac:chgData name="Ricky Williams" userId="8b0245548df6eac2" providerId="LiveId" clId="{3AC9114A-D937-46BE-9EF4-2B9075090D2E}" dt="2026-04-19T13:59:00.665" v="653" actId="207"/>
          <ac:spMkLst>
            <pc:docMk/>
            <pc:sldMk cId="2072998716" sldId="259"/>
            <ac:spMk id="18" creationId="{2D9C39F6-4F60-3191-8B9A-FB9F3F161111}"/>
          </ac:spMkLst>
        </pc:spChg>
        <pc:spChg chg="add mod">
          <ac:chgData name="Ricky Williams" userId="8b0245548df6eac2" providerId="LiveId" clId="{3AC9114A-D937-46BE-9EF4-2B9075090D2E}" dt="2026-04-19T14:02:51.375" v="657" actId="207"/>
          <ac:spMkLst>
            <pc:docMk/>
            <pc:sldMk cId="2072998716" sldId="259"/>
            <ac:spMk id="19" creationId="{43F18611-403F-AAA1-DAD4-3829D9EA2314}"/>
          </ac:spMkLst>
        </pc:spChg>
        <pc:spChg chg="add mod">
          <ac:chgData name="Ricky Williams" userId="8b0245548df6eac2" providerId="LiveId" clId="{3AC9114A-D937-46BE-9EF4-2B9075090D2E}" dt="2026-04-19T14:04:56.512" v="660" actId="207"/>
          <ac:spMkLst>
            <pc:docMk/>
            <pc:sldMk cId="2072998716" sldId="259"/>
            <ac:spMk id="20" creationId="{D5D12A86-284E-23A9-46D0-DE75CB2DAAB6}"/>
          </ac:spMkLst>
        </pc:spChg>
      </pc:sldChg>
      <pc:sldChg chg="addSp delSp modSp mod modTransition setBg">
        <pc:chgData name="Ricky Williams" userId="8b0245548df6eac2" providerId="LiveId" clId="{3AC9114A-D937-46BE-9EF4-2B9075090D2E}" dt="2026-04-19T17:24:55.083" v="1105" actId="207"/>
        <pc:sldMkLst>
          <pc:docMk/>
          <pc:sldMk cId="3901446228" sldId="260"/>
        </pc:sldMkLst>
        <pc:spChg chg="add del mod">
          <ac:chgData name="Ricky Williams" userId="8b0245548df6eac2" providerId="LiveId" clId="{3AC9114A-D937-46BE-9EF4-2B9075090D2E}" dt="2026-04-19T17:09:01.584" v="929" actId="20577"/>
          <ac:spMkLst>
            <pc:docMk/>
            <pc:sldMk cId="3901446228" sldId="260"/>
            <ac:spMk id="2" creationId="{638EF96D-19D9-D7F0-D490-54C867E6D123}"/>
          </ac:spMkLst>
        </pc:spChg>
        <pc:spChg chg="add mod">
          <ac:chgData name="Ricky Williams" userId="8b0245548df6eac2" providerId="LiveId" clId="{3AC9114A-D937-46BE-9EF4-2B9075090D2E}" dt="2026-04-19T17:24:55.083" v="1105" actId="207"/>
          <ac:spMkLst>
            <pc:docMk/>
            <pc:sldMk cId="3901446228" sldId="260"/>
            <ac:spMk id="3" creationId="{EF0647B5-DBFF-1E77-3AA4-F03881F547BC}"/>
          </ac:spMkLst>
        </pc:spChg>
        <pc:spChg chg="add del mod">
          <ac:chgData name="Ricky Williams" userId="8b0245548df6eac2" providerId="LiveId" clId="{3AC9114A-D937-46BE-9EF4-2B9075090D2E}" dt="2026-04-19T00:39:24.732" v="390" actId="478"/>
          <ac:spMkLst>
            <pc:docMk/>
            <pc:sldMk cId="3901446228" sldId="260"/>
            <ac:spMk id="4" creationId="{DBE56901-B1DD-0F00-A6A7-D3BE13CEF0A5}"/>
          </ac:spMkLst>
        </pc:spChg>
        <pc:spChg chg="add del mod">
          <ac:chgData name="Ricky Williams" userId="8b0245548df6eac2" providerId="LiveId" clId="{3AC9114A-D937-46BE-9EF4-2B9075090D2E}" dt="2026-04-19T00:39:43.695" v="392" actId="478"/>
          <ac:spMkLst>
            <pc:docMk/>
            <pc:sldMk cId="3901446228" sldId="260"/>
            <ac:spMk id="5" creationId="{FECFED88-3C6C-E51E-A8ED-3F22A7FF5A7A}"/>
          </ac:spMkLst>
        </pc:spChg>
        <pc:spChg chg="add del mod">
          <ac:chgData name="Ricky Williams" userId="8b0245548df6eac2" providerId="LiveId" clId="{3AC9114A-D937-46BE-9EF4-2B9075090D2E}" dt="2026-04-19T00:39:14.786" v="389" actId="478"/>
          <ac:spMkLst>
            <pc:docMk/>
            <pc:sldMk cId="3901446228" sldId="260"/>
            <ac:spMk id="6" creationId="{79E72D92-EE7C-2260-5623-331C724CB0F8}"/>
          </ac:spMkLst>
        </pc:spChg>
      </pc:sldChg>
      <pc:sldChg chg="addSp delSp modSp mod ord modTransition">
        <pc:chgData name="Ricky Williams" userId="8b0245548df6eac2" providerId="LiveId" clId="{3AC9114A-D937-46BE-9EF4-2B9075090D2E}" dt="2026-04-19T17:14:08.586" v="936"/>
        <pc:sldMkLst>
          <pc:docMk/>
          <pc:sldMk cId="2737541044" sldId="261"/>
        </pc:sldMkLst>
        <pc:spChg chg="add del mod">
          <ac:chgData name="Ricky Williams" userId="8b0245548df6eac2" providerId="LiveId" clId="{3AC9114A-D937-46BE-9EF4-2B9075090D2E}" dt="2026-04-19T15:13:47.296" v="786" actId="207"/>
          <ac:spMkLst>
            <pc:docMk/>
            <pc:sldMk cId="2737541044" sldId="261"/>
            <ac:spMk id="2" creationId="{5B32D3F1-46D9-CB24-828E-08517399588E}"/>
          </ac:spMkLst>
        </pc:spChg>
        <pc:spChg chg="add">
          <ac:chgData name="Ricky Williams" userId="8b0245548df6eac2" providerId="LiveId" clId="{3AC9114A-D937-46BE-9EF4-2B9075090D2E}" dt="2026-04-19T00:44:30.469" v="483" actId="11529"/>
          <ac:spMkLst>
            <pc:docMk/>
            <pc:sldMk cId="2737541044" sldId="261"/>
            <ac:spMk id="3" creationId="{DFDC620B-0DBE-F3CD-CACD-747224FEE54B}"/>
          </ac:spMkLst>
        </pc:spChg>
        <pc:spChg chg="add mod">
          <ac:chgData name="Ricky Williams" userId="8b0245548df6eac2" providerId="LiveId" clId="{3AC9114A-D937-46BE-9EF4-2B9075090D2E}" dt="2026-04-19T00:44:51.511" v="485" actId="14100"/>
          <ac:spMkLst>
            <pc:docMk/>
            <pc:sldMk cId="2737541044" sldId="261"/>
            <ac:spMk id="4" creationId="{8B6D75E2-E4C0-EE2B-064F-294295CC9775}"/>
          </ac:spMkLst>
        </pc:spChg>
        <pc:spChg chg="add mod">
          <ac:chgData name="Ricky Williams" userId="8b0245548df6eac2" providerId="LiveId" clId="{3AC9114A-D937-46BE-9EF4-2B9075090D2E}" dt="2026-04-19T15:12:59.731" v="785" actId="207"/>
          <ac:spMkLst>
            <pc:docMk/>
            <pc:sldMk cId="2737541044" sldId="261"/>
            <ac:spMk id="5" creationId="{26DB4854-58D4-9D5D-CB75-C718580ED756}"/>
          </ac:spMkLst>
        </pc:spChg>
        <pc:spChg chg="add mod">
          <ac:chgData name="Ricky Williams" userId="8b0245548df6eac2" providerId="LiveId" clId="{3AC9114A-D937-46BE-9EF4-2B9075090D2E}" dt="2026-04-19T15:14:06.777" v="787" actId="207"/>
          <ac:spMkLst>
            <pc:docMk/>
            <pc:sldMk cId="2737541044" sldId="261"/>
            <ac:spMk id="6" creationId="{B0C71828-0A0C-9B89-01D7-949BAF2E7D22}"/>
          </ac:spMkLst>
        </pc:spChg>
        <pc:spChg chg="add mod">
          <ac:chgData name="Ricky Williams" userId="8b0245548df6eac2" providerId="LiveId" clId="{3AC9114A-D937-46BE-9EF4-2B9075090D2E}" dt="2026-04-19T15:12:00.025" v="780" actId="207"/>
          <ac:spMkLst>
            <pc:docMk/>
            <pc:sldMk cId="2737541044" sldId="261"/>
            <ac:spMk id="7" creationId="{997B530D-A61E-09F6-5E29-B06C6F0F500D}"/>
          </ac:spMkLst>
        </pc:spChg>
        <pc:spChg chg="add mod">
          <ac:chgData name="Ricky Williams" userId="8b0245548df6eac2" providerId="LiveId" clId="{3AC9114A-D937-46BE-9EF4-2B9075090D2E}" dt="2026-04-19T15:12:07.463" v="781" actId="207"/>
          <ac:spMkLst>
            <pc:docMk/>
            <pc:sldMk cId="2737541044" sldId="261"/>
            <ac:spMk id="8" creationId="{FB066437-83C7-0471-0C87-DC06FAF71AA7}"/>
          </ac:spMkLst>
        </pc:spChg>
        <pc:spChg chg="add mod">
          <ac:chgData name="Ricky Williams" userId="8b0245548df6eac2" providerId="LiveId" clId="{3AC9114A-D937-46BE-9EF4-2B9075090D2E}" dt="2026-04-19T15:12:11.843" v="782" actId="207"/>
          <ac:spMkLst>
            <pc:docMk/>
            <pc:sldMk cId="2737541044" sldId="261"/>
            <ac:spMk id="9" creationId="{C0FA1FC2-D0DD-905E-3740-99EBC9C1CD73}"/>
          </ac:spMkLst>
        </pc:spChg>
        <pc:spChg chg="add mod">
          <ac:chgData name="Ricky Williams" userId="8b0245548df6eac2" providerId="LiveId" clId="{3AC9114A-D937-46BE-9EF4-2B9075090D2E}" dt="2026-04-19T15:12:19.208" v="783" actId="207"/>
          <ac:spMkLst>
            <pc:docMk/>
            <pc:sldMk cId="2737541044" sldId="261"/>
            <ac:spMk id="10" creationId="{C80CA15B-BCAA-5201-2C5B-2DCF5273AEE6}"/>
          </ac:spMkLst>
        </pc:spChg>
        <pc:spChg chg="add mod">
          <ac:chgData name="Ricky Williams" userId="8b0245548df6eac2" providerId="LiveId" clId="{3AC9114A-D937-46BE-9EF4-2B9075090D2E}" dt="2026-04-19T15:12:27.708" v="784" actId="207"/>
          <ac:spMkLst>
            <pc:docMk/>
            <pc:sldMk cId="2737541044" sldId="261"/>
            <ac:spMk id="11" creationId="{BD8EA0AF-B36E-F16C-98D4-9E4B8B48EB23}"/>
          </ac:spMkLst>
        </pc:spChg>
        <pc:spChg chg="add mod">
          <ac:chgData name="Ricky Williams" userId="8b0245548df6eac2" providerId="LiveId" clId="{3AC9114A-D937-46BE-9EF4-2B9075090D2E}" dt="2026-04-19T15:14:13.357" v="788" actId="207"/>
          <ac:spMkLst>
            <pc:docMk/>
            <pc:sldMk cId="2737541044" sldId="261"/>
            <ac:spMk id="12" creationId="{C5CAA2FA-D1AC-A626-AA4C-BCF021908065}"/>
          </ac:spMkLst>
        </pc:spChg>
        <pc:spChg chg="add mod">
          <ac:chgData name="Ricky Williams" userId="8b0245548df6eac2" providerId="LiveId" clId="{3AC9114A-D937-46BE-9EF4-2B9075090D2E}" dt="2026-04-19T15:14:19.084" v="789" actId="207"/>
          <ac:spMkLst>
            <pc:docMk/>
            <pc:sldMk cId="2737541044" sldId="261"/>
            <ac:spMk id="13" creationId="{B053503C-B9A8-DF16-901F-D5003646AEC6}"/>
          </ac:spMkLst>
        </pc:spChg>
        <pc:spChg chg="add mod">
          <ac:chgData name="Ricky Williams" userId="8b0245548df6eac2" providerId="LiveId" clId="{3AC9114A-D937-46BE-9EF4-2B9075090D2E}" dt="2026-04-19T15:14:26.471" v="790" actId="207"/>
          <ac:spMkLst>
            <pc:docMk/>
            <pc:sldMk cId="2737541044" sldId="261"/>
            <ac:spMk id="14" creationId="{EBD5AD44-DE87-5B00-F979-9C4C6C587E07}"/>
          </ac:spMkLst>
        </pc:spChg>
        <pc:spChg chg="add mod">
          <ac:chgData name="Ricky Williams" userId="8b0245548df6eac2" providerId="LiveId" clId="{3AC9114A-D937-46BE-9EF4-2B9075090D2E}" dt="2026-04-19T15:14:35.508" v="791" actId="207"/>
          <ac:spMkLst>
            <pc:docMk/>
            <pc:sldMk cId="2737541044" sldId="261"/>
            <ac:spMk id="15" creationId="{5E711273-D688-8344-180C-993A5C1D292E}"/>
          </ac:spMkLst>
        </pc:spChg>
        <pc:spChg chg="add mod">
          <ac:chgData name="Ricky Williams" userId="8b0245548df6eac2" providerId="LiveId" clId="{3AC9114A-D937-46BE-9EF4-2B9075090D2E}" dt="2026-04-19T15:14:41.645" v="792" actId="207"/>
          <ac:spMkLst>
            <pc:docMk/>
            <pc:sldMk cId="2737541044" sldId="261"/>
            <ac:spMk id="16" creationId="{30E2181D-579D-8C31-707E-A47FF1EBF937}"/>
          </ac:spMkLst>
        </pc:spChg>
      </pc:sldChg>
      <pc:sldChg chg="addSp delSp modSp mod">
        <pc:chgData name="Ricky Williams" userId="8b0245548df6eac2" providerId="LiveId" clId="{3AC9114A-D937-46BE-9EF4-2B9075090D2E}" dt="2026-04-19T17:38:49.094" v="1121" actId="255"/>
        <pc:sldMkLst>
          <pc:docMk/>
          <pc:sldMk cId="4040217695" sldId="262"/>
        </pc:sldMkLst>
        <pc:spChg chg="add mod">
          <ac:chgData name="Ricky Williams" userId="8b0245548df6eac2" providerId="LiveId" clId="{3AC9114A-D937-46BE-9EF4-2B9075090D2E}" dt="2026-04-19T17:23:55.302" v="1104" actId="14100"/>
          <ac:spMkLst>
            <pc:docMk/>
            <pc:sldMk cId="4040217695" sldId="262"/>
            <ac:spMk id="2" creationId="{6006D0F3-B009-8D07-F770-BA43618952FC}"/>
          </ac:spMkLst>
        </pc:spChg>
        <pc:spChg chg="add del mod">
          <ac:chgData name="Ricky Williams" userId="8b0245548df6eac2" providerId="LiveId" clId="{3AC9114A-D937-46BE-9EF4-2B9075090D2E}" dt="2026-04-19T14:59:23.014" v="740" actId="22"/>
          <ac:spMkLst>
            <pc:docMk/>
            <pc:sldMk cId="4040217695" sldId="262"/>
            <ac:spMk id="4" creationId="{1526A717-295C-37D2-EEA3-CA75B010413B}"/>
          </ac:spMkLst>
        </pc:spChg>
        <pc:spChg chg="add mod">
          <ac:chgData name="Ricky Williams" userId="8b0245548df6eac2" providerId="LiveId" clId="{3AC9114A-D937-46BE-9EF4-2B9075090D2E}" dt="2026-04-19T17:38:49.094" v="1121" actId="255"/>
          <ac:spMkLst>
            <pc:docMk/>
            <pc:sldMk cId="4040217695" sldId="262"/>
            <ac:spMk id="5" creationId="{BF2DA264-1D39-1D16-589D-6D43CCC5A999}"/>
          </ac:spMkLst>
        </pc:spChg>
      </pc:sldChg>
      <pc:sldMasterChg chg="setBg modSldLayout">
        <pc:chgData name="Ricky Williams" userId="8b0245548df6eac2" providerId="LiveId" clId="{3AC9114A-D937-46BE-9EF4-2B9075090D2E}" dt="2026-04-19T17:10:33.761" v="933"/>
        <pc:sldMasterMkLst>
          <pc:docMk/>
          <pc:sldMasterMk cId="522619482" sldId="2147483718"/>
        </pc:sldMasterMkLst>
        <pc:sldLayoutChg chg="setBg">
          <pc:chgData name="Ricky Williams" userId="8b0245548df6eac2" providerId="LiveId" clId="{3AC9114A-D937-46BE-9EF4-2B9075090D2E}" dt="2026-04-19T17:10:33.761" v="933"/>
          <pc:sldLayoutMkLst>
            <pc:docMk/>
            <pc:sldMasterMk cId="522619482" sldId="2147483718"/>
            <pc:sldLayoutMk cId="614766327" sldId="2147483719"/>
          </pc:sldLayoutMkLst>
        </pc:sldLayoutChg>
        <pc:sldLayoutChg chg="setBg">
          <pc:chgData name="Ricky Williams" userId="8b0245548df6eac2" providerId="LiveId" clId="{3AC9114A-D937-46BE-9EF4-2B9075090D2E}" dt="2026-04-19T17:10:33.761" v="933"/>
          <pc:sldLayoutMkLst>
            <pc:docMk/>
            <pc:sldMasterMk cId="522619482" sldId="2147483718"/>
            <pc:sldLayoutMk cId="2188909514" sldId="2147483720"/>
          </pc:sldLayoutMkLst>
        </pc:sldLayoutChg>
        <pc:sldLayoutChg chg="setBg">
          <pc:chgData name="Ricky Williams" userId="8b0245548df6eac2" providerId="LiveId" clId="{3AC9114A-D937-46BE-9EF4-2B9075090D2E}" dt="2026-04-19T17:10:33.761" v="933"/>
          <pc:sldLayoutMkLst>
            <pc:docMk/>
            <pc:sldMasterMk cId="522619482" sldId="2147483718"/>
            <pc:sldLayoutMk cId="2687515227" sldId="2147483721"/>
          </pc:sldLayoutMkLst>
        </pc:sldLayoutChg>
        <pc:sldLayoutChg chg="setBg">
          <pc:chgData name="Ricky Williams" userId="8b0245548df6eac2" providerId="LiveId" clId="{3AC9114A-D937-46BE-9EF4-2B9075090D2E}" dt="2026-04-19T17:10:33.761" v="933"/>
          <pc:sldLayoutMkLst>
            <pc:docMk/>
            <pc:sldMasterMk cId="522619482" sldId="2147483718"/>
            <pc:sldLayoutMk cId="2870869901" sldId="2147483722"/>
          </pc:sldLayoutMkLst>
        </pc:sldLayoutChg>
        <pc:sldLayoutChg chg="setBg">
          <pc:chgData name="Ricky Williams" userId="8b0245548df6eac2" providerId="LiveId" clId="{3AC9114A-D937-46BE-9EF4-2B9075090D2E}" dt="2026-04-19T17:10:33.761" v="933"/>
          <pc:sldLayoutMkLst>
            <pc:docMk/>
            <pc:sldMasterMk cId="522619482" sldId="2147483718"/>
            <pc:sldLayoutMk cId="3760051695" sldId="2147483723"/>
          </pc:sldLayoutMkLst>
        </pc:sldLayoutChg>
        <pc:sldLayoutChg chg="setBg">
          <pc:chgData name="Ricky Williams" userId="8b0245548df6eac2" providerId="LiveId" clId="{3AC9114A-D937-46BE-9EF4-2B9075090D2E}" dt="2026-04-19T17:10:33.761" v="933"/>
          <pc:sldLayoutMkLst>
            <pc:docMk/>
            <pc:sldMasterMk cId="522619482" sldId="2147483718"/>
            <pc:sldLayoutMk cId="3511355675" sldId="2147483724"/>
          </pc:sldLayoutMkLst>
        </pc:sldLayoutChg>
        <pc:sldLayoutChg chg="setBg">
          <pc:chgData name="Ricky Williams" userId="8b0245548df6eac2" providerId="LiveId" clId="{3AC9114A-D937-46BE-9EF4-2B9075090D2E}" dt="2026-04-19T17:10:33.761" v="933"/>
          <pc:sldLayoutMkLst>
            <pc:docMk/>
            <pc:sldMasterMk cId="522619482" sldId="2147483718"/>
            <pc:sldLayoutMk cId="578238730" sldId="2147483725"/>
          </pc:sldLayoutMkLst>
        </pc:sldLayoutChg>
        <pc:sldLayoutChg chg="setBg">
          <pc:chgData name="Ricky Williams" userId="8b0245548df6eac2" providerId="LiveId" clId="{3AC9114A-D937-46BE-9EF4-2B9075090D2E}" dt="2026-04-19T17:10:33.761" v="933"/>
          <pc:sldLayoutMkLst>
            <pc:docMk/>
            <pc:sldMasterMk cId="522619482" sldId="2147483718"/>
            <pc:sldLayoutMk cId="75594543" sldId="2147483726"/>
          </pc:sldLayoutMkLst>
        </pc:sldLayoutChg>
        <pc:sldLayoutChg chg="setBg">
          <pc:chgData name="Ricky Williams" userId="8b0245548df6eac2" providerId="LiveId" clId="{3AC9114A-D937-46BE-9EF4-2B9075090D2E}" dt="2026-04-19T17:10:33.761" v="933"/>
          <pc:sldLayoutMkLst>
            <pc:docMk/>
            <pc:sldMasterMk cId="522619482" sldId="2147483718"/>
            <pc:sldLayoutMk cId="3857074556" sldId="2147483727"/>
          </pc:sldLayoutMkLst>
        </pc:sldLayoutChg>
        <pc:sldLayoutChg chg="setBg">
          <pc:chgData name="Ricky Williams" userId="8b0245548df6eac2" providerId="LiveId" clId="{3AC9114A-D937-46BE-9EF4-2B9075090D2E}" dt="2026-04-19T17:10:33.761" v="933"/>
          <pc:sldLayoutMkLst>
            <pc:docMk/>
            <pc:sldMasterMk cId="522619482" sldId="2147483718"/>
            <pc:sldLayoutMk cId="1643242574" sldId="2147483728"/>
          </pc:sldLayoutMkLst>
        </pc:sldLayoutChg>
        <pc:sldLayoutChg chg="setBg">
          <pc:chgData name="Ricky Williams" userId="8b0245548df6eac2" providerId="LiveId" clId="{3AC9114A-D937-46BE-9EF4-2B9075090D2E}" dt="2026-04-19T17:10:33.761" v="933"/>
          <pc:sldLayoutMkLst>
            <pc:docMk/>
            <pc:sldMasterMk cId="522619482" sldId="2147483718"/>
            <pc:sldLayoutMk cId="3935682109" sldId="2147483729"/>
          </pc:sldLayoutMkLst>
        </pc:sldLayoutChg>
        <pc:sldLayoutChg chg="setBg">
          <pc:chgData name="Ricky Williams" userId="8b0245548df6eac2" providerId="LiveId" clId="{3AC9114A-D937-46BE-9EF4-2B9075090D2E}" dt="2026-04-19T17:10:33.761" v="933"/>
          <pc:sldLayoutMkLst>
            <pc:docMk/>
            <pc:sldMasterMk cId="522619482" sldId="2147483718"/>
            <pc:sldLayoutMk cId="3537820614" sldId="2147483730"/>
          </pc:sldLayoutMkLst>
        </pc:sldLayoutChg>
        <pc:sldLayoutChg chg="setBg">
          <pc:chgData name="Ricky Williams" userId="8b0245548df6eac2" providerId="LiveId" clId="{3AC9114A-D937-46BE-9EF4-2B9075090D2E}" dt="2026-04-19T17:10:33.761" v="933"/>
          <pc:sldLayoutMkLst>
            <pc:docMk/>
            <pc:sldMasterMk cId="522619482" sldId="2147483718"/>
            <pc:sldLayoutMk cId="354254934" sldId="2147483731"/>
          </pc:sldLayoutMkLst>
        </pc:sldLayoutChg>
        <pc:sldLayoutChg chg="setBg">
          <pc:chgData name="Ricky Williams" userId="8b0245548df6eac2" providerId="LiveId" clId="{3AC9114A-D937-46BE-9EF4-2B9075090D2E}" dt="2026-04-19T17:10:33.761" v="933"/>
          <pc:sldLayoutMkLst>
            <pc:docMk/>
            <pc:sldMasterMk cId="522619482" sldId="2147483718"/>
            <pc:sldLayoutMk cId="511935966" sldId="2147483732"/>
          </pc:sldLayoutMkLst>
        </pc:sldLayoutChg>
        <pc:sldLayoutChg chg="setBg">
          <pc:chgData name="Ricky Williams" userId="8b0245548df6eac2" providerId="LiveId" clId="{3AC9114A-D937-46BE-9EF4-2B9075090D2E}" dt="2026-04-19T17:10:33.761" v="933"/>
          <pc:sldLayoutMkLst>
            <pc:docMk/>
            <pc:sldMasterMk cId="522619482" sldId="2147483718"/>
            <pc:sldLayoutMk cId="4177340459" sldId="2147483733"/>
          </pc:sldLayoutMkLst>
        </pc:sldLayoutChg>
        <pc:sldLayoutChg chg="setBg">
          <pc:chgData name="Ricky Williams" userId="8b0245548df6eac2" providerId="LiveId" clId="{3AC9114A-D937-46BE-9EF4-2B9075090D2E}" dt="2026-04-19T17:10:33.761" v="933"/>
          <pc:sldLayoutMkLst>
            <pc:docMk/>
            <pc:sldMasterMk cId="522619482" sldId="2147483718"/>
            <pc:sldLayoutMk cId="4155344571" sldId="2147483734"/>
          </pc:sldLayoutMkLst>
        </pc:sldLayoutChg>
        <pc:sldLayoutChg chg="setBg">
          <pc:chgData name="Ricky Williams" userId="8b0245548df6eac2" providerId="LiveId" clId="{3AC9114A-D937-46BE-9EF4-2B9075090D2E}" dt="2026-04-19T17:10:33.761" v="933"/>
          <pc:sldLayoutMkLst>
            <pc:docMk/>
            <pc:sldMasterMk cId="522619482" sldId="2147483718"/>
            <pc:sldLayoutMk cId="1127035989" sldId="214748373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066D72-F80B-49B9-ACEF-DAC1DC8CDD49}" type="datetimeFigureOut">
              <a:rPr lang="en-US" smtClean="0"/>
              <a:t>4/19/2026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9E38C8-842D-4ADB-8195-CD7A88CE2C6D}" type="slidenum">
              <a:rPr lang="en-US" smtClean="0"/>
              <a:t>‹#›</a:t>
            </a:fld>
            <a:endParaRPr lang="en-US"/>
          </a:p>
        </p:txBody>
      </p:sp>
    </p:spTree>
    <p:extLst>
      <p:ext uri="{BB962C8B-B14F-4D97-AF65-F5344CB8AC3E}">
        <p14:creationId xmlns:p14="http://schemas.microsoft.com/office/powerpoint/2010/main" val="3583130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 </a:t>
            </a:r>
          </a:p>
        </p:txBody>
      </p:sp>
      <p:sp>
        <p:nvSpPr>
          <p:cNvPr id="4" name="Slide Number Placeholder 3"/>
          <p:cNvSpPr>
            <a:spLocks noGrp="1"/>
          </p:cNvSpPr>
          <p:nvPr>
            <p:ph type="sldNum" sz="quarter" idx="5"/>
          </p:nvPr>
        </p:nvSpPr>
        <p:spPr/>
        <p:txBody>
          <a:bodyPr/>
          <a:lstStyle/>
          <a:p>
            <a:fld id="{369E38C8-842D-4ADB-8195-CD7A88CE2C6D}" type="slidenum">
              <a:rPr lang="en-US" smtClean="0"/>
              <a:t>2</a:t>
            </a:fld>
            <a:endParaRPr lang="en-US"/>
          </a:p>
        </p:txBody>
      </p:sp>
    </p:spTree>
    <p:extLst>
      <p:ext uri="{BB962C8B-B14F-4D97-AF65-F5344CB8AC3E}">
        <p14:creationId xmlns:p14="http://schemas.microsoft.com/office/powerpoint/2010/main" val="521650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69E38C8-842D-4ADB-8195-CD7A88CE2C6D}" type="slidenum">
              <a:rPr lang="en-US" smtClean="0"/>
              <a:t>3</a:t>
            </a:fld>
            <a:endParaRPr lang="en-US"/>
          </a:p>
        </p:txBody>
      </p:sp>
    </p:spTree>
    <p:extLst>
      <p:ext uri="{BB962C8B-B14F-4D97-AF65-F5344CB8AC3E}">
        <p14:creationId xmlns:p14="http://schemas.microsoft.com/office/powerpoint/2010/main" val="1405614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3772C7C-D2E8-437C-8A8D-0270697948F2}"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07F7BB-EF0F-40E8-A38A-10605510876C}" type="slidenum">
              <a:rPr lang="en-US" smtClean="0"/>
              <a:t>‹#›</a:t>
            </a:fld>
            <a:endParaRPr lang="en-US"/>
          </a:p>
        </p:txBody>
      </p:sp>
    </p:spTree>
    <p:extLst>
      <p:ext uri="{BB962C8B-B14F-4D97-AF65-F5344CB8AC3E}">
        <p14:creationId xmlns:p14="http://schemas.microsoft.com/office/powerpoint/2010/main" val="614766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772C7C-D2E8-437C-8A8D-0270697948F2}"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07F7BB-EF0F-40E8-A38A-10605510876C}" type="slidenum">
              <a:rPr lang="en-US" smtClean="0"/>
              <a:t>‹#›</a:t>
            </a:fld>
            <a:endParaRPr lang="en-US"/>
          </a:p>
        </p:txBody>
      </p:sp>
    </p:spTree>
    <p:extLst>
      <p:ext uri="{BB962C8B-B14F-4D97-AF65-F5344CB8AC3E}">
        <p14:creationId xmlns:p14="http://schemas.microsoft.com/office/powerpoint/2010/main" val="2188909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772C7C-D2E8-437C-8A8D-0270697948F2}"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07F7BB-EF0F-40E8-A38A-10605510876C}" type="slidenum">
              <a:rPr lang="en-US" smtClean="0"/>
              <a:t>‹#›</a:t>
            </a:fld>
            <a:endParaRPr lang="en-US"/>
          </a:p>
        </p:txBody>
      </p:sp>
    </p:spTree>
    <p:extLst>
      <p:ext uri="{BB962C8B-B14F-4D97-AF65-F5344CB8AC3E}">
        <p14:creationId xmlns:p14="http://schemas.microsoft.com/office/powerpoint/2010/main" val="2687515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3772C7C-D2E8-437C-8A8D-0270697948F2}"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07F7BB-EF0F-40E8-A38A-10605510876C}" type="slidenum">
              <a:rPr lang="en-US" smtClean="0"/>
              <a:t>‹#›</a:t>
            </a:fld>
            <a:endParaRPr lang="en-US"/>
          </a:p>
        </p:txBody>
      </p:sp>
    </p:spTree>
    <p:extLst>
      <p:ext uri="{BB962C8B-B14F-4D97-AF65-F5344CB8AC3E}">
        <p14:creationId xmlns:p14="http://schemas.microsoft.com/office/powerpoint/2010/main" val="2870869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3772C7C-D2E8-437C-8A8D-0270697948F2}" type="datetimeFigureOut">
              <a:rPr lang="en-US" smtClean="0"/>
              <a:t>4/19/2026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07F7BB-EF0F-40E8-A38A-10605510876C}" type="slidenum">
              <a:rPr lang="en-US" smtClean="0"/>
              <a:t>‹#›</a:t>
            </a:fld>
            <a:endParaRPr lang="en-US"/>
          </a:p>
        </p:txBody>
      </p:sp>
    </p:spTree>
    <p:extLst>
      <p:ext uri="{BB962C8B-B14F-4D97-AF65-F5344CB8AC3E}">
        <p14:creationId xmlns:p14="http://schemas.microsoft.com/office/powerpoint/2010/main" val="3760051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772C7C-D2E8-437C-8A8D-0270697948F2}" type="datetimeFigureOut">
              <a:rPr lang="en-US" smtClean="0"/>
              <a:t>4/19/2026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07F7BB-EF0F-40E8-A38A-10605510876C}" type="slidenum">
              <a:rPr lang="en-US" smtClean="0"/>
              <a:t>‹#›</a:t>
            </a:fld>
            <a:endParaRPr lang="en-US"/>
          </a:p>
        </p:txBody>
      </p:sp>
    </p:spTree>
    <p:extLst>
      <p:ext uri="{BB962C8B-B14F-4D97-AF65-F5344CB8AC3E}">
        <p14:creationId xmlns:p14="http://schemas.microsoft.com/office/powerpoint/2010/main" val="3511355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772C7C-D2E8-437C-8A8D-0270697948F2}" type="datetimeFigureOut">
              <a:rPr lang="en-US" smtClean="0"/>
              <a:t>4/19/2026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07F7BB-EF0F-40E8-A38A-10605510876C}" type="slidenum">
              <a:rPr lang="en-US" smtClean="0"/>
              <a:t>‹#›</a:t>
            </a:fld>
            <a:endParaRPr lang="en-US"/>
          </a:p>
        </p:txBody>
      </p:sp>
    </p:spTree>
    <p:extLst>
      <p:ext uri="{BB962C8B-B14F-4D97-AF65-F5344CB8AC3E}">
        <p14:creationId xmlns:p14="http://schemas.microsoft.com/office/powerpoint/2010/main" val="578238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772C7C-D2E8-437C-8A8D-0270697948F2}"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07F7BB-EF0F-40E8-A38A-10605510876C}" type="slidenum">
              <a:rPr lang="en-US" smtClean="0"/>
              <a:t>‹#›</a:t>
            </a:fld>
            <a:endParaRPr lang="en-US"/>
          </a:p>
        </p:txBody>
      </p:sp>
    </p:spTree>
    <p:extLst>
      <p:ext uri="{BB962C8B-B14F-4D97-AF65-F5344CB8AC3E}">
        <p14:creationId xmlns:p14="http://schemas.microsoft.com/office/powerpoint/2010/main" val="755945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3772C7C-D2E8-437C-8A8D-0270697948F2}" type="datetimeFigureOut">
              <a:rPr lang="en-US" smtClean="0"/>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07F7BB-EF0F-40E8-A38A-10605510876C}" type="slidenum">
              <a:rPr lang="en-US" smtClean="0"/>
              <a:t>‹#›</a:t>
            </a:fld>
            <a:endParaRPr lang="en-US"/>
          </a:p>
        </p:txBody>
      </p:sp>
    </p:spTree>
    <p:extLst>
      <p:ext uri="{BB962C8B-B14F-4D97-AF65-F5344CB8AC3E}">
        <p14:creationId xmlns:p14="http://schemas.microsoft.com/office/powerpoint/2010/main" val="3857074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772C7C-D2E8-437C-8A8D-0270697948F2}"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07F7BB-EF0F-40E8-A38A-10605510876C}" type="slidenum">
              <a:rPr lang="en-US" smtClean="0"/>
              <a:t>‹#›</a:t>
            </a:fld>
            <a:endParaRPr lang="en-US"/>
          </a:p>
        </p:txBody>
      </p:sp>
    </p:spTree>
    <p:extLst>
      <p:ext uri="{BB962C8B-B14F-4D97-AF65-F5344CB8AC3E}">
        <p14:creationId xmlns:p14="http://schemas.microsoft.com/office/powerpoint/2010/main" val="1643242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772C7C-D2E8-437C-8A8D-0270697948F2}"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07F7BB-EF0F-40E8-A38A-10605510876C}"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9356821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772C7C-D2E8-437C-8A8D-0270697948F2}"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07F7BB-EF0F-40E8-A38A-10605510876C}" type="slidenum">
              <a:rPr lang="en-US" smtClean="0"/>
              <a:t>‹#›</a:t>
            </a:fld>
            <a:endParaRPr lang="en-US"/>
          </a:p>
        </p:txBody>
      </p:sp>
    </p:spTree>
    <p:extLst>
      <p:ext uri="{BB962C8B-B14F-4D97-AF65-F5344CB8AC3E}">
        <p14:creationId xmlns:p14="http://schemas.microsoft.com/office/powerpoint/2010/main" val="35378206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772C7C-D2E8-437C-8A8D-0270697948F2}"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07F7BB-EF0F-40E8-A38A-10605510876C}"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42549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3772C7C-D2E8-437C-8A8D-0270697948F2}"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07F7BB-EF0F-40E8-A38A-10605510876C}" type="slidenum">
              <a:rPr lang="en-US" smtClean="0"/>
              <a:t>‹#›</a:t>
            </a:fld>
            <a:endParaRPr lang="en-US"/>
          </a:p>
        </p:txBody>
      </p:sp>
    </p:spTree>
    <p:extLst>
      <p:ext uri="{BB962C8B-B14F-4D97-AF65-F5344CB8AC3E}">
        <p14:creationId xmlns:p14="http://schemas.microsoft.com/office/powerpoint/2010/main" val="5119359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772C7C-D2E8-437C-8A8D-0270697948F2}"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07F7BB-EF0F-40E8-A38A-10605510876C}" type="slidenum">
              <a:rPr lang="en-US" smtClean="0"/>
              <a:t>‹#›</a:t>
            </a:fld>
            <a:endParaRPr lang="en-US"/>
          </a:p>
        </p:txBody>
      </p:sp>
    </p:spTree>
    <p:extLst>
      <p:ext uri="{BB962C8B-B14F-4D97-AF65-F5344CB8AC3E}">
        <p14:creationId xmlns:p14="http://schemas.microsoft.com/office/powerpoint/2010/main" val="41773404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772C7C-D2E8-437C-8A8D-0270697948F2}" type="datetimeFigureOut">
              <a:rPr lang="en-US" smtClean="0"/>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07F7BB-EF0F-40E8-A38A-10605510876C}" type="slidenum">
              <a:rPr lang="en-US" smtClean="0"/>
              <a:t>‹#›</a:t>
            </a:fld>
            <a:endParaRPr lang="en-US"/>
          </a:p>
        </p:txBody>
      </p:sp>
    </p:spTree>
    <p:extLst>
      <p:ext uri="{BB962C8B-B14F-4D97-AF65-F5344CB8AC3E}">
        <p14:creationId xmlns:p14="http://schemas.microsoft.com/office/powerpoint/2010/main" val="41553445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7035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3772C7C-D2E8-437C-8A8D-0270697948F2}" type="datetimeFigureOut">
              <a:rPr lang="en-US" smtClean="0"/>
              <a:t>4/19/2026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A07F7BB-EF0F-40E8-A38A-10605510876C}" type="slidenum">
              <a:rPr lang="en-US" smtClean="0"/>
              <a:t>‹#›</a:t>
            </a:fld>
            <a:endParaRPr lang="en-US"/>
          </a:p>
        </p:txBody>
      </p:sp>
    </p:spTree>
    <p:extLst>
      <p:ext uri="{BB962C8B-B14F-4D97-AF65-F5344CB8AC3E}">
        <p14:creationId xmlns:p14="http://schemas.microsoft.com/office/powerpoint/2010/main" val="522619482"/>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hyperlink" Target="https://www.techtarget.com/searchsoftwarequality/definition/waterfall-model" TargetMode="External"/><Relationship Id="rId2" Type="http://schemas.openxmlformats.org/officeDocument/2006/relationships/hyperlink" Target="https://www.atlassian.com/agile/project-management/waterfall-methodology" TargetMode="External"/><Relationship Id="rId1" Type="http://schemas.openxmlformats.org/officeDocument/2006/relationships/slideLayout" Target="../slideLayouts/slideLayout17.xml"/><Relationship Id="rId4" Type="http://schemas.openxmlformats.org/officeDocument/2006/relationships/hyperlink" Target="https://agilemania.com/tutorial/what-are-the-scrum-event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219456" cy="6858000"/>
          </a:xfrm>
          <a:prstGeom prst="rect">
            <a:avLst/>
          </a:prstGeom>
          <a:solidFill>
            <a:srgbClr val="0D7A8A"/>
          </a:solidFill>
          <a:ln w="12700">
            <a:solidFill>
              <a:srgbClr val="0D7A8A"/>
            </a:solidFill>
            <a:prstDash val="solid"/>
          </a:ln>
        </p:spPr>
        <p:txBody>
          <a:bodyPr/>
          <a:lstStyle/>
          <a:p>
            <a:endParaRPr lang="en-US" sz="2400"/>
          </a:p>
        </p:txBody>
      </p:sp>
      <p:sp>
        <p:nvSpPr>
          <p:cNvPr id="3" name="Shape 1"/>
          <p:cNvSpPr/>
          <p:nvPr/>
        </p:nvSpPr>
        <p:spPr>
          <a:xfrm>
            <a:off x="219456" y="4267200"/>
            <a:ext cx="11972544" cy="1463040"/>
          </a:xfrm>
          <a:prstGeom prst="rect">
            <a:avLst/>
          </a:prstGeom>
          <a:solidFill>
            <a:srgbClr val="0D7A8A"/>
          </a:solidFill>
          <a:ln w="12700">
            <a:solidFill>
              <a:srgbClr val="0D7A8A"/>
            </a:solidFill>
            <a:prstDash val="solid"/>
          </a:ln>
        </p:spPr>
        <p:txBody>
          <a:bodyPr/>
          <a:lstStyle/>
          <a:p>
            <a:endParaRPr lang="en-US" sz="2400"/>
          </a:p>
        </p:txBody>
      </p:sp>
      <p:sp>
        <p:nvSpPr>
          <p:cNvPr id="4" name="Text 2"/>
          <p:cNvSpPr/>
          <p:nvPr/>
        </p:nvSpPr>
        <p:spPr>
          <a:xfrm>
            <a:off x="609600" y="731520"/>
            <a:ext cx="10972800" cy="914400"/>
          </a:xfrm>
          <a:prstGeom prst="rect">
            <a:avLst/>
          </a:prstGeom>
          <a:noFill/>
          <a:ln/>
        </p:spPr>
        <p:txBody>
          <a:bodyPr wrap="square" lIns="0" tIns="0" rIns="0" bIns="0" rtlCol="0" anchor="ctr"/>
          <a:lstStyle/>
          <a:p>
            <a:r>
              <a:rPr lang="en-US" sz="5867" b="1" dirty="0">
                <a:solidFill>
                  <a:srgbClr val="FFFFFF"/>
                </a:solidFill>
                <a:latin typeface="Trebuchet MS" pitchFamily="34" charset="0"/>
                <a:ea typeface="Trebuchet MS" pitchFamily="34" charset="-122"/>
                <a:cs typeface="Trebuchet MS" pitchFamily="34" charset="-120"/>
              </a:rPr>
              <a:t>Scrum-Agile:</a:t>
            </a:r>
            <a:endParaRPr lang="en-US" sz="5867" dirty="0"/>
          </a:p>
        </p:txBody>
      </p:sp>
      <p:sp>
        <p:nvSpPr>
          <p:cNvPr id="5" name="Text 3"/>
          <p:cNvSpPr/>
          <p:nvPr/>
        </p:nvSpPr>
        <p:spPr>
          <a:xfrm>
            <a:off x="609600" y="1645920"/>
            <a:ext cx="10972800" cy="731520"/>
          </a:xfrm>
          <a:prstGeom prst="rect">
            <a:avLst/>
          </a:prstGeom>
          <a:noFill/>
          <a:ln/>
        </p:spPr>
        <p:txBody>
          <a:bodyPr wrap="square" lIns="0" tIns="0" rIns="0" bIns="0" rtlCol="0" anchor="ctr"/>
          <a:lstStyle/>
          <a:p>
            <a:r>
              <a:rPr lang="en-US" sz="2933" dirty="0">
                <a:solidFill>
                  <a:schemeClr val="accent2">
                    <a:lumMod val="75000"/>
                  </a:schemeClr>
                </a:solidFill>
                <a:latin typeface="Trebuchet MS" pitchFamily="34" charset="0"/>
                <a:ea typeface="Trebuchet MS" pitchFamily="34" charset="-122"/>
                <a:cs typeface="Trebuchet MS" pitchFamily="34" charset="-120"/>
              </a:rPr>
              <a:t>A Recommendation for ChadaTech Leadership</a:t>
            </a:r>
            <a:endParaRPr lang="en-US" sz="2933" dirty="0">
              <a:solidFill>
                <a:schemeClr val="accent2">
                  <a:lumMod val="75000"/>
                </a:schemeClr>
              </a:solidFill>
            </a:endParaRPr>
          </a:p>
        </p:txBody>
      </p:sp>
      <p:sp>
        <p:nvSpPr>
          <p:cNvPr id="6" name="Text 4"/>
          <p:cNvSpPr/>
          <p:nvPr/>
        </p:nvSpPr>
        <p:spPr>
          <a:xfrm>
            <a:off x="609600" y="4413504"/>
            <a:ext cx="11216640" cy="670560"/>
          </a:xfrm>
          <a:prstGeom prst="rect">
            <a:avLst/>
          </a:prstGeom>
          <a:noFill/>
          <a:ln/>
        </p:spPr>
        <p:txBody>
          <a:bodyPr wrap="square" lIns="0" tIns="0" rIns="0" bIns="0" rtlCol="0" anchor="ctr"/>
          <a:lstStyle/>
          <a:p>
            <a:r>
              <a:rPr lang="en-US" sz="2133" i="1" dirty="0">
                <a:solidFill>
                  <a:srgbClr val="FFFFFF"/>
                </a:solidFill>
                <a:latin typeface="Calibri" pitchFamily="34" charset="0"/>
                <a:ea typeface="Calibri" pitchFamily="34" charset="-122"/>
                <a:cs typeface="Calibri" pitchFamily="34" charset="-120"/>
              </a:rPr>
              <a:t>Contrasting Agile &amp; Waterfall | SNHU Travel Project Findings</a:t>
            </a:r>
            <a:endParaRPr lang="en-US" sz="2133" dirty="0"/>
          </a:p>
        </p:txBody>
      </p:sp>
      <p:sp>
        <p:nvSpPr>
          <p:cNvPr id="7" name="Text 5"/>
          <p:cNvSpPr/>
          <p:nvPr/>
        </p:nvSpPr>
        <p:spPr>
          <a:xfrm>
            <a:off x="609600" y="5547360"/>
            <a:ext cx="10972800" cy="487680"/>
          </a:xfrm>
          <a:prstGeom prst="rect">
            <a:avLst/>
          </a:prstGeom>
          <a:noFill/>
          <a:ln/>
        </p:spPr>
        <p:txBody>
          <a:bodyPr wrap="square" lIns="0" tIns="0" rIns="0" bIns="0" rtlCol="0" anchor="ctr"/>
          <a:lstStyle/>
          <a:p>
            <a:endParaRPr lang="en-US" sz="1733" dirty="0"/>
          </a:p>
        </p:txBody>
      </p:sp>
    </p:spTree>
  </p:cSld>
  <p:clrMapOvr>
    <a:masterClrMapping/>
  </p:clrMapOvr>
  <p:transition spd="slow">
    <p:wipe dir="d"/>
    <p:sndAc>
      <p:stSnd>
        <p:snd r:embed="rId3" name="chimes.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907972-A321-F937-CED7-98A51413AF25}"/>
              </a:ext>
            </a:extLst>
          </p:cNvPr>
          <p:cNvSpPr/>
          <p:nvPr/>
        </p:nvSpPr>
        <p:spPr>
          <a:xfrm>
            <a:off x="0" y="0"/>
            <a:ext cx="9346424" cy="11098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t>The Four Scrum Roles</a:t>
            </a:r>
          </a:p>
        </p:txBody>
      </p:sp>
      <p:sp>
        <p:nvSpPr>
          <p:cNvPr id="3" name="Rectangle 2">
            <a:extLst>
              <a:ext uri="{FF2B5EF4-FFF2-40B4-BE49-F238E27FC236}">
                <a16:creationId xmlns:a16="http://schemas.microsoft.com/office/drawing/2014/main" id="{7FCFC712-3455-1F6A-9B6D-E3065F68783D}"/>
              </a:ext>
            </a:extLst>
          </p:cNvPr>
          <p:cNvSpPr/>
          <p:nvPr/>
        </p:nvSpPr>
        <p:spPr>
          <a:xfrm>
            <a:off x="781777" y="1361130"/>
            <a:ext cx="3524977" cy="2352311"/>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64748B"/>
              </a:solidFill>
              <a:latin typeface="Calibri" pitchFamily="34" charset="0"/>
              <a:ea typeface="Calibri" pitchFamily="34" charset="-122"/>
              <a:cs typeface="Calibri" pitchFamily="34" charset="-120"/>
            </a:endParaRPr>
          </a:p>
          <a:p>
            <a:pPr algn="ctr"/>
            <a:r>
              <a:rPr lang="en-US" dirty="0">
                <a:solidFill>
                  <a:schemeClr val="tx1"/>
                </a:solidFill>
                <a:latin typeface="Calibri" pitchFamily="34" charset="0"/>
                <a:ea typeface="Calibri" pitchFamily="34" charset="-122"/>
                <a:cs typeface="Calibri" pitchFamily="34" charset="-120"/>
              </a:rPr>
              <a:t>Owns the Product Backlog. Prioritizes features by business value and serves as the voice of the client, ensuring every sprint delivers what the client needs</a:t>
            </a:r>
            <a:endParaRPr lang="en-US" dirty="0">
              <a:solidFill>
                <a:schemeClr val="tx1"/>
              </a:solidFill>
            </a:endParaRPr>
          </a:p>
        </p:txBody>
      </p:sp>
      <p:sp>
        <p:nvSpPr>
          <p:cNvPr id="4" name="Rectangle 3">
            <a:extLst>
              <a:ext uri="{FF2B5EF4-FFF2-40B4-BE49-F238E27FC236}">
                <a16:creationId xmlns:a16="http://schemas.microsoft.com/office/drawing/2014/main" id="{8A90157D-D527-4C0A-D88F-262A139E3DAD}"/>
              </a:ext>
            </a:extLst>
          </p:cNvPr>
          <p:cNvSpPr/>
          <p:nvPr/>
        </p:nvSpPr>
        <p:spPr>
          <a:xfrm>
            <a:off x="781777" y="4348636"/>
            <a:ext cx="3524977" cy="2401172"/>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itchFamily="34" charset="0"/>
                <a:ea typeface="Calibri" pitchFamily="34" charset="-122"/>
                <a:cs typeface="Calibri" pitchFamily="34" charset="-120"/>
              </a:rPr>
              <a:t>Designs, builds, and tests increments of working software. Works with user stories and acceptance criteria defined before each sprint begins.</a:t>
            </a:r>
            <a:endParaRPr lang="en-US" dirty="0">
              <a:solidFill>
                <a:schemeClr val="tx1"/>
              </a:solidFill>
            </a:endParaRPr>
          </a:p>
        </p:txBody>
      </p:sp>
      <p:sp>
        <p:nvSpPr>
          <p:cNvPr id="6" name="Rectangle 5">
            <a:extLst>
              <a:ext uri="{FF2B5EF4-FFF2-40B4-BE49-F238E27FC236}">
                <a16:creationId xmlns:a16="http://schemas.microsoft.com/office/drawing/2014/main" id="{FADA482A-377B-CF28-7D07-F724FB885BC6}"/>
              </a:ext>
            </a:extLst>
          </p:cNvPr>
          <p:cNvSpPr/>
          <p:nvPr/>
        </p:nvSpPr>
        <p:spPr>
          <a:xfrm>
            <a:off x="5360757" y="1361130"/>
            <a:ext cx="3601759" cy="2352311"/>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itchFamily="34" charset="0"/>
              <a:ea typeface="Calibri" pitchFamily="34" charset="-122"/>
              <a:cs typeface="Calibri" pitchFamily="34" charset="-120"/>
            </a:endParaRPr>
          </a:p>
          <a:p>
            <a:pPr algn="ctr"/>
            <a:r>
              <a:rPr lang="en-US" dirty="0">
                <a:solidFill>
                  <a:schemeClr val="bg1"/>
                </a:solidFill>
                <a:latin typeface="Calibri" pitchFamily="34" charset="0"/>
                <a:ea typeface="Calibri" pitchFamily="34" charset="-122"/>
                <a:cs typeface="Calibri" pitchFamily="34" charset="-120"/>
              </a:rPr>
              <a:t>Facilitates all Scrum events, removes impediments, and protects the team from disruption. Ensures the Scrum framework is followed without micromanaging the team</a:t>
            </a:r>
            <a:endParaRPr lang="en-US" dirty="0">
              <a:solidFill>
                <a:schemeClr val="bg1"/>
              </a:solidFill>
            </a:endParaRPr>
          </a:p>
        </p:txBody>
      </p:sp>
      <p:sp>
        <p:nvSpPr>
          <p:cNvPr id="7" name="Rectangle 6">
            <a:extLst>
              <a:ext uri="{FF2B5EF4-FFF2-40B4-BE49-F238E27FC236}">
                <a16:creationId xmlns:a16="http://schemas.microsoft.com/office/drawing/2014/main" id="{9FD532B9-E3F4-E1C0-BAFA-FE76C16892A2}"/>
              </a:ext>
            </a:extLst>
          </p:cNvPr>
          <p:cNvSpPr/>
          <p:nvPr/>
        </p:nvSpPr>
        <p:spPr>
          <a:xfrm>
            <a:off x="5360757" y="4118290"/>
            <a:ext cx="3601759" cy="2631517"/>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bg1"/>
                </a:solidFill>
                <a:latin typeface="Calibri" pitchFamily="34" charset="0"/>
                <a:ea typeface="Calibri" pitchFamily="34" charset="-122"/>
                <a:cs typeface="Calibri" pitchFamily="34" charset="-120"/>
              </a:rPr>
              <a:t>Defines acceptance criteria during Backlog Refinement and validates features throughout the sprint not just at the end catching defects when they are least costly to fix</a:t>
            </a:r>
            <a:r>
              <a:rPr lang="en-US" dirty="0">
                <a:solidFill>
                  <a:schemeClr val="tx1"/>
                </a:solidFill>
                <a:latin typeface="Calibri" pitchFamily="34" charset="0"/>
                <a:ea typeface="Calibri" pitchFamily="34" charset="-122"/>
                <a:cs typeface="Calibri" pitchFamily="34" charset="-120"/>
              </a:rPr>
              <a:t>.</a:t>
            </a:r>
            <a:endParaRPr lang="en-US" dirty="0">
              <a:solidFill>
                <a:schemeClr val="tx1"/>
              </a:solidFill>
            </a:endParaRPr>
          </a:p>
        </p:txBody>
      </p:sp>
      <p:sp>
        <p:nvSpPr>
          <p:cNvPr id="8" name="Rectangle 7">
            <a:extLst>
              <a:ext uri="{FF2B5EF4-FFF2-40B4-BE49-F238E27FC236}">
                <a16:creationId xmlns:a16="http://schemas.microsoft.com/office/drawing/2014/main" id="{2BECFCC8-8B7E-E778-429F-2766FDC869E8}"/>
              </a:ext>
            </a:extLst>
          </p:cNvPr>
          <p:cNvSpPr/>
          <p:nvPr/>
        </p:nvSpPr>
        <p:spPr>
          <a:xfrm>
            <a:off x="781777" y="1430931"/>
            <a:ext cx="3524977" cy="35598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Product Owner</a:t>
            </a:r>
          </a:p>
        </p:txBody>
      </p:sp>
      <p:sp>
        <p:nvSpPr>
          <p:cNvPr id="9" name="Rectangle 8">
            <a:extLst>
              <a:ext uri="{FF2B5EF4-FFF2-40B4-BE49-F238E27FC236}">
                <a16:creationId xmlns:a16="http://schemas.microsoft.com/office/drawing/2014/main" id="{D0AE509C-FDE6-54B3-2B17-E853E34968C2}"/>
              </a:ext>
            </a:extLst>
          </p:cNvPr>
          <p:cNvSpPr/>
          <p:nvPr/>
        </p:nvSpPr>
        <p:spPr>
          <a:xfrm>
            <a:off x="5360757" y="1361130"/>
            <a:ext cx="3601759" cy="425789"/>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Scrum Master</a:t>
            </a:r>
          </a:p>
        </p:txBody>
      </p:sp>
      <p:sp>
        <p:nvSpPr>
          <p:cNvPr id="10" name="Rectangle 9">
            <a:extLst>
              <a:ext uri="{FF2B5EF4-FFF2-40B4-BE49-F238E27FC236}">
                <a16:creationId xmlns:a16="http://schemas.microsoft.com/office/drawing/2014/main" id="{39678068-0909-D410-087C-157A0A55FD31}"/>
              </a:ext>
            </a:extLst>
          </p:cNvPr>
          <p:cNvSpPr/>
          <p:nvPr/>
        </p:nvSpPr>
        <p:spPr>
          <a:xfrm>
            <a:off x="781777" y="4062449"/>
            <a:ext cx="3524977" cy="418809"/>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Developer</a:t>
            </a:r>
          </a:p>
        </p:txBody>
      </p:sp>
      <p:sp>
        <p:nvSpPr>
          <p:cNvPr id="11" name="Rectangle 10">
            <a:extLst>
              <a:ext uri="{FF2B5EF4-FFF2-40B4-BE49-F238E27FC236}">
                <a16:creationId xmlns:a16="http://schemas.microsoft.com/office/drawing/2014/main" id="{68BC5838-F4AB-29D3-7CEB-4458D16B7395}"/>
              </a:ext>
            </a:extLst>
          </p:cNvPr>
          <p:cNvSpPr/>
          <p:nvPr/>
        </p:nvSpPr>
        <p:spPr>
          <a:xfrm>
            <a:off x="5367737" y="4118290"/>
            <a:ext cx="3608739" cy="362968"/>
          </a:xfrm>
          <a:prstGeom prst="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Tester</a:t>
            </a:r>
          </a:p>
        </p:txBody>
      </p:sp>
    </p:spTree>
    <p:extLst>
      <p:ext uri="{BB962C8B-B14F-4D97-AF65-F5344CB8AC3E}">
        <p14:creationId xmlns:p14="http://schemas.microsoft.com/office/powerpoint/2010/main" val="6019498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94EF515-5270-EF9C-45BB-C4CDC7E89D01}"/>
              </a:ext>
            </a:extLst>
          </p:cNvPr>
          <p:cNvSpPr/>
          <p:nvPr/>
        </p:nvSpPr>
        <p:spPr>
          <a:xfrm>
            <a:off x="0" y="0"/>
            <a:ext cx="9786174" cy="105400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t>Agile SDLC: Phases Within Each Sprint</a:t>
            </a:r>
          </a:p>
        </p:txBody>
      </p:sp>
      <p:sp>
        <p:nvSpPr>
          <p:cNvPr id="3" name="Rectangle 2">
            <a:extLst>
              <a:ext uri="{FF2B5EF4-FFF2-40B4-BE49-F238E27FC236}">
                <a16:creationId xmlns:a16="http://schemas.microsoft.com/office/drawing/2014/main" id="{1F0F1FC0-542C-1DE0-443D-42263201411C}"/>
              </a:ext>
            </a:extLst>
          </p:cNvPr>
          <p:cNvSpPr/>
          <p:nvPr/>
        </p:nvSpPr>
        <p:spPr>
          <a:xfrm>
            <a:off x="69802" y="2980526"/>
            <a:ext cx="1343679" cy="3427254"/>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libri" pitchFamily="34" charset="0"/>
                <a:ea typeface="Calibri" pitchFamily="34" charset="-122"/>
                <a:cs typeface="Calibri" pitchFamily="34" charset="-120"/>
              </a:rPr>
              <a:t>Sprint Planning: team selects backlog items, defines the sprint goal, and commits to a realistic workload</a:t>
            </a:r>
            <a:endParaRPr lang="en-US" dirty="0">
              <a:solidFill>
                <a:schemeClr val="tx1"/>
              </a:solidFill>
            </a:endParaRPr>
          </a:p>
        </p:txBody>
      </p:sp>
      <p:sp>
        <p:nvSpPr>
          <p:cNvPr id="4" name="Rectangle 3">
            <a:extLst>
              <a:ext uri="{FF2B5EF4-FFF2-40B4-BE49-F238E27FC236}">
                <a16:creationId xmlns:a16="http://schemas.microsoft.com/office/drawing/2014/main" id="{ABCAB604-2BBA-167E-710E-72ABB363FB06}"/>
              </a:ext>
            </a:extLst>
          </p:cNvPr>
          <p:cNvSpPr/>
          <p:nvPr/>
        </p:nvSpPr>
        <p:spPr>
          <a:xfrm>
            <a:off x="1690652" y="2980525"/>
            <a:ext cx="1433258" cy="3427253"/>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libri" pitchFamily="34" charset="0"/>
                <a:ea typeface="Calibri" pitchFamily="34" charset="-122"/>
                <a:cs typeface="Calibri" pitchFamily="34" charset="-120"/>
              </a:rPr>
              <a:t>Backlog Refinement: stories are clarified, estimated, and acceptance criteria are written before development begins</a:t>
            </a:r>
            <a:endParaRPr lang="en-US" dirty="0">
              <a:solidFill>
                <a:schemeClr val="tx1"/>
              </a:solidFill>
            </a:endParaRPr>
          </a:p>
        </p:txBody>
      </p:sp>
      <p:sp>
        <p:nvSpPr>
          <p:cNvPr id="5" name="Rectangle 4">
            <a:extLst>
              <a:ext uri="{FF2B5EF4-FFF2-40B4-BE49-F238E27FC236}">
                <a16:creationId xmlns:a16="http://schemas.microsoft.com/office/drawing/2014/main" id="{2287519E-EEAE-ACAA-5CD3-8A6F12CCABE4}"/>
              </a:ext>
            </a:extLst>
          </p:cNvPr>
          <p:cNvSpPr/>
          <p:nvPr/>
        </p:nvSpPr>
        <p:spPr>
          <a:xfrm>
            <a:off x="3384792" y="2980524"/>
            <a:ext cx="1347169" cy="3427253"/>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libri" pitchFamily="34" charset="0"/>
                <a:ea typeface="Calibri" pitchFamily="34" charset="-122"/>
                <a:cs typeface="Calibri" pitchFamily="34" charset="-120"/>
              </a:rPr>
              <a:t>Developers build features against acceptance criteria in short, focused work cycles</a:t>
            </a:r>
            <a:endParaRPr lang="en-US" dirty="0"/>
          </a:p>
        </p:txBody>
      </p:sp>
      <p:sp>
        <p:nvSpPr>
          <p:cNvPr id="6" name="Rectangle 5">
            <a:extLst>
              <a:ext uri="{FF2B5EF4-FFF2-40B4-BE49-F238E27FC236}">
                <a16:creationId xmlns:a16="http://schemas.microsoft.com/office/drawing/2014/main" id="{52F34C17-019F-DCF7-BCD4-3295BC76C250}"/>
              </a:ext>
            </a:extLst>
          </p:cNvPr>
          <p:cNvSpPr/>
          <p:nvPr/>
        </p:nvSpPr>
        <p:spPr>
          <a:xfrm>
            <a:off x="5160078" y="2980525"/>
            <a:ext cx="1433258" cy="3427252"/>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libri" pitchFamily="34" charset="0"/>
                <a:ea typeface="Calibri" pitchFamily="34" charset="-122"/>
                <a:cs typeface="Calibri" pitchFamily="34" charset="-120"/>
              </a:rPr>
              <a:t>Continuous Testing: testers validate features throughout the sprint, not only at the end.</a:t>
            </a:r>
            <a:endParaRPr lang="en-US" dirty="0">
              <a:solidFill>
                <a:schemeClr val="tx1"/>
              </a:solidFill>
            </a:endParaRPr>
          </a:p>
        </p:txBody>
      </p:sp>
      <p:sp>
        <p:nvSpPr>
          <p:cNvPr id="7" name="Rectangle 6">
            <a:extLst>
              <a:ext uri="{FF2B5EF4-FFF2-40B4-BE49-F238E27FC236}">
                <a16:creationId xmlns:a16="http://schemas.microsoft.com/office/drawing/2014/main" id="{4016EF3B-8539-A756-F770-A9CD2019971F}"/>
              </a:ext>
            </a:extLst>
          </p:cNvPr>
          <p:cNvSpPr/>
          <p:nvPr/>
        </p:nvSpPr>
        <p:spPr>
          <a:xfrm>
            <a:off x="6933909" y="2931663"/>
            <a:ext cx="1526036" cy="347611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libri" pitchFamily="34" charset="0"/>
                <a:ea typeface="Calibri" pitchFamily="34" charset="-122"/>
                <a:cs typeface="Calibri" pitchFamily="34" charset="-120"/>
              </a:rPr>
              <a:t>Sprint Review: working software is demonstrated to stakeholders who provide direct feedback.</a:t>
            </a:r>
            <a:endParaRPr lang="en-US" dirty="0">
              <a:solidFill>
                <a:schemeClr val="tx1"/>
              </a:solidFill>
            </a:endParaRPr>
          </a:p>
        </p:txBody>
      </p:sp>
      <p:sp>
        <p:nvSpPr>
          <p:cNvPr id="8" name="Rectangle 7">
            <a:extLst>
              <a:ext uri="{FF2B5EF4-FFF2-40B4-BE49-F238E27FC236}">
                <a16:creationId xmlns:a16="http://schemas.microsoft.com/office/drawing/2014/main" id="{0DBB2ECB-113A-2746-1F28-68A88D4F119B}"/>
              </a:ext>
            </a:extLst>
          </p:cNvPr>
          <p:cNvSpPr/>
          <p:nvPr/>
        </p:nvSpPr>
        <p:spPr>
          <a:xfrm>
            <a:off x="8727225" y="2931663"/>
            <a:ext cx="1594095" cy="34761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Calibri" pitchFamily="34" charset="0"/>
                <a:ea typeface="Calibri" pitchFamily="34" charset="-122"/>
                <a:cs typeface="Calibri" pitchFamily="34" charset="-120"/>
              </a:rPr>
              <a:t>Retrospective: The team reflects on process improvements and commits to changes before the next sprint.</a:t>
            </a:r>
            <a:endParaRPr lang="en-US" dirty="0">
              <a:solidFill>
                <a:schemeClr val="tx1"/>
              </a:solidFill>
            </a:endParaRPr>
          </a:p>
        </p:txBody>
      </p:sp>
      <p:sp>
        <p:nvSpPr>
          <p:cNvPr id="9" name="Oval 8">
            <a:extLst>
              <a:ext uri="{FF2B5EF4-FFF2-40B4-BE49-F238E27FC236}">
                <a16:creationId xmlns:a16="http://schemas.microsoft.com/office/drawing/2014/main" id="{8054CB62-4C35-8921-4AEE-EC0158E63F26}"/>
              </a:ext>
            </a:extLst>
          </p:cNvPr>
          <p:cNvSpPr/>
          <p:nvPr/>
        </p:nvSpPr>
        <p:spPr>
          <a:xfrm>
            <a:off x="239506" y="1535633"/>
            <a:ext cx="914400" cy="914400"/>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sp>
        <p:nvSpPr>
          <p:cNvPr id="10" name="Oval 9">
            <a:extLst>
              <a:ext uri="{FF2B5EF4-FFF2-40B4-BE49-F238E27FC236}">
                <a16:creationId xmlns:a16="http://schemas.microsoft.com/office/drawing/2014/main" id="{BD208712-1F1E-8E0D-971B-FFE52EFFEFB1}"/>
              </a:ext>
            </a:extLst>
          </p:cNvPr>
          <p:cNvSpPr/>
          <p:nvPr/>
        </p:nvSpPr>
        <p:spPr>
          <a:xfrm>
            <a:off x="1941936" y="1535633"/>
            <a:ext cx="914400" cy="914400"/>
          </a:xfrm>
          <a:prstGeom prst="ellipse">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1" name="Oval 10">
            <a:extLst>
              <a:ext uri="{FF2B5EF4-FFF2-40B4-BE49-F238E27FC236}">
                <a16:creationId xmlns:a16="http://schemas.microsoft.com/office/drawing/2014/main" id="{B66431DC-917A-3B2A-F1B8-4D6CB4B42423}"/>
              </a:ext>
            </a:extLst>
          </p:cNvPr>
          <p:cNvSpPr/>
          <p:nvPr/>
        </p:nvSpPr>
        <p:spPr>
          <a:xfrm>
            <a:off x="3601176" y="1560064"/>
            <a:ext cx="914400" cy="914400"/>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12" name="Oval 11">
            <a:extLst>
              <a:ext uri="{FF2B5EF4-FFF2-40B4-BE49-F238E27FC236}">
                <a16:creationId xmlns:a16="http://schemas.microsoft.com/office/drawing/2014/main" id="{96DEB539-8764-AE78-DFEC-0500E25E4ED4}"/>
              </a:ext>
            </a:extLst>
          </p:cNvPr>
          <p:cNvSpPr/>
          <p:nvPr/>
        </p:nvSpPr>
        <p:spPr>
          <a:xfrm>
            <a:off x="5352614" y="1535633"/>
            <a:ext cx="914400" cy="914400"/>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13" name="Oval 12">
            <a:extLst>
              <a:ext uri="{FF2B5EF4-FFF2-40B4-BE49-F238E27FC236}">
                <a16:creationId xmlns:a16="http://schemas.microsoft.com/office/drawing/2014/main" id="{2C35455E-28FA-E5FE-19E0-6680C7D9BB64}"/>
              </a:ext>
            </a:extLst>
          </p:cNvPr>
          <p:cNvSpPr/>
          <p:nvPr/>
        </p:nvSpPr>
        <p:spPr>
          <a:xfrm>
            <a:off x="7193338" y="1535633"/>
            <a:ext cx="914400" cy="914400"/>
          </a:xfrm>
          <a:prstGeom prst="ellips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14" name="Oval 13">
            <a:extLst>
              <a:ext uri="{FF2B5EF4-FFF2-40B4-BE49-F238E27FC236}">
                <a16:creationId xmlns:a16="http://schemas.microsoft.com/office/drawing/2014/main" id="{2D9DAF6C-D657-B929-DFF3-B59B6CFC3602}"/>
              </a:ext>
            </a:extLst>
          </p:cNvPr>
          <p:cNvSpPr/>
          <p:nvPr/>
        </p:nvSpPr>
        <p:spPr>
          <a:xfrm>
            <a:off x="9034062" y="1535633"/>
            <a:ext cx="914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6</a:t>
            </a:r>
          </a:p>
        </p:txBody>
      </p:sp>
      <p:sp>
        <p:nvSpPr>
          <p:cNvPr id="15" name="Rectangle 14">
            <a:extLst>
              <a:ext uri="{FF2B5EF4-FFF2-40B4-BE49-F238E27FC236}">
                <a16:creationId xmlns:a16="http://schemas.microsoft.com/office/drawing/2014/main" id="{7EDF09F8-B3FB-A9DE-ABD0-D3241EA9203A}"/>
              </a:ext>
            </a:extLst>
          </p:cNvPr>
          <p:cNvSpPr/>
          <p:nvPr/>
        </p:nvSpPr>
        <p:spPr>
          <a:xfrm>
            <a:off x="146583" y="2715279"/>
            <a:ext cx="1074944" cy="216384"/>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Plan</a:t>
            </a:r>
          </a:p>
        </p:txBody>
      </p:sp>
      <p:sp>
        <p:nvSpPr>
          <p:cNvPr id="16" name="Rectangle 15">
            <a:extLst>
              <a:ext uri="{FF2B5EF4-FFF2-40B4-BE49-F238E27FC236}">
                <a16:creationId xmlns:a16="http://schemas.microsoft.com/office/drawing/2014/main" id="{B3BBED8C-7AF6-2B72-03ED-97AF2B8274A3}"/>
              </a:ext>
            </a:extLst>
          </p:cNvPr>
          <p:cNvSpPr/>
          <p:nvPr/>
        </p:nvSpPr>
        <p:spPr>
          <a:xfrm>
            <a:off x="1863701" y="2715279"/>
            <a:ext cx="1074944" cy="216384"/>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Design</a:t>
            </a:r>
          </a:p>
        </p:txBody>
      </p:sp>
      <p:sp>
        <p:nvSpPr>
          <p:cNvPr id="17" name="Rectangle 16">
            <a:extLst>
              <a:ext uri="{FF2B5EF4-FFF2-40B4-BE49-F238E27FC236}">
                <a16:creationId xmlns:a16="http://schemas.microsoft.com/office/drawing/2014/main" id="{39666A46-A310-A0A3-1536-C5E8EF6C4613}"/>
              </a:ext>
            </a:extLst>
          </p:cNvPr>
          <p:cNvSpPr/>
          <p:nvPr/>
        </p:nvSpPr>
        <p:spPr>
          <a:xfrm>
            <a:off x="3545918" y="2715279"/>
            <a:ext cx="1074944" cy="216384"/>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Develop</a:t>
            </a:r>
          </a:p>
        </p:txBody>
      </p:sp>
      <p:sp>
        <p:nvSpPr>
          <p:cNvPr id="18" name="Rectangle 17">
            <a:extLst>
              <a:ext uri="{FF2B5EF4-FFF2-40B4-BE49-F238E27FC236}">
                <a16:creationId xmlns:a16="http://schemas.microsoft.com/office/drawing/2014/main" id="{2D9C39F6-4F60-3191-8B9A-FB9F3F161111}"/>
              </a:ext>
            </a:extLst>
          </p:cNvPr>
          <p:cNvSpPr/>
          <p:nvPr/>
        </p:nvSpPr>
        <p:spPr>
          <a:xfrm>
            <a:off x="5242095" y="2715279"/>
            <a:ext cx="1158705" cy="216384"/>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Test</a:t>
            </a:r>
          </a:p>
        </p:txBody>
      </p:sp>
      <p:sp>
        <p:nvSpPr>
          <p:cNvPr id="19" name="Rectangle 18">
            <a:extLst>
              <a:ext uri="{FF2B5EF4-FFF2-40B4-BE49-F238E27FC236}">
                <a16:creationId xmlns:a16="http://schemas.microsoft.com/office/drawing/2014/main" id="{43F18611-403F-AAA1-DAD4-3829D9EA2314}"/>
              </a:ext>
            </a:extLst>
          </p:cNvPr>
          <p:cNvSpPr/>
          <p:nvPr/>
        </p:nvSpPr>
        <p:spPr>
          <a:xfrm>
            <a:off x="7022033" y="2704809"/>
            <a:ext cx="1225889" cy="21638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Review</a:t>
            </a:r>
          </a:p>
        </p:txBody>
      </p:sp>
      <p:sp>
        <p:nvSpPr>
          <p:cNvPr id="20" name="Rectangle 19">
            <a:extLst>
              <a:ext uri="{FF2B5EF4-FFF2-40B4-BE49-F238E27FC236}">
                <a16:creationId xmlns:a16="http://schemas.microsoft.com/office/drawing/2014/main" id="{D5D12A86-284E-23A9-46D0-DE75CB2DAAB6}"/>
              </a:ext>
            </a:extLst>
          </p:cNvPr>
          <p:cNvSpPr/>
          <p:nvPr/>
        </p:nvSpPr>
        <p:spPr>
          <a:xfrm>
            <a:off x="8941575" y="2704809"/>
            <a:ext cx="1158705" cy="216385"/>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Retro</a:t>
            </a:r>
          </a:p>
        </p:txBody>
      </p:sp>
    </p:spTree>
    <p:extLst>
      <p:ext uri="{BB962C8B-B14F-4D97-AF65-F5344CB8AC3E}">
        <p14:creationId xmlns:p14="http://schemas.microsoft.com/office/powerpoint/2010/main" val="207299871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B32D3F1-46D9-CB24-828E-08517399588E}"/>
              </a:ext>
            </a:extLst>
          </p:cNvPr>
          <p:cNvSpPr/>
          <p:nvPr/>
        </p:nvSpPr>
        <p:spPr>
          <a:xfrm>
            <a:off x="0" y="0"/>
            <a:ext cx="9723353" cy="1214547"/>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Waterfall vs Agile Approach </a:t>
            </a:r>
          </a:p>
        </p:txBody>
      </p:sp>
      <p:sp>
        <p:nvSpPr>
          <p:cNvPr id="3" name="Rectangle 2">
            <a:extLst>
              <a:ext uri="{FF2B5EF4-FFF2-40B4-BE49-F238E27FC236}">
                <a16:creationId xmlns:a16="http://schemas.microsoft.com/office/drawing/2014/main" id="{DFDC620B-0DBE-F3CD-CACD-747224FEE54B}"/>
              </a:ext>
            </a:extLst>
          </p:cNvPr>
          <p:cNvSpPr/>
          <p:nvPr/>
        </p:nvSpPr>
        <p:spPr>
          <a:xfrm>
            <a:off x="0" y="1765979"/>
            <a:ext cx="5053631" cy="50920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B6D75E2-E4C0-EE2B-064F-294295CC9775}"/>
              </a:ext>
            </a:extLst>
          </p:cNvPr>
          <p:cNvSpPr/>
          <p:nvPr/>
        </p:nvSpPr>
        <p:spPr>
          <a:xfrm>
            <a:off x="5444519" y="1765979"/>
            <a:ext cx="4816305" cy="50920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6DB4854-58D4-9D5D-CB75-C718580ED756}"/>
              </a:ext>
            </a:extLst>
          </p:cNvPr>
          <p:cNvSpPr/>
          <p:nvPr/>
        </p:nvSpPr>
        <p:spPr>
          <a:xfrm>
            <a:off x="0" y="1430931"/>
            <a:ext cx="5053631" cy="335048"/>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Waterfall</a:t>
            </a:r>
          </a:p>
        </p:txBody>
      </p:sp>
      <p:sp>
        <p:nvSpPr>
          <p:cNvPr id="6" name="Rectangle 5">
            <a:extLst>
              <a:ext uri="{FF2B5EF4-FFF2-40B4-BE49-F238E27FC236}">
                <a16:creationId xmlns:a16="http://schemas.microsoft.com/office/drawing/2014/main" id="{B0C71828-0A0C-9B89-01D7-949BAF2E7D22}"/>
              </a:ext>
            </a:extLst>
          </p:cNvPr>
          <p:cNvSpPr/>
          <p:nvPr/>
        </p:nvSpPr>
        <p:spPr>
          <a:xfrm>
            <a:off x="5444519" y="1430931"/>
            <a:ext cx="4816305" cy="335048"/>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Agile</a:t>
            </a:r>
          </a:p>
        </p:txBody>
      </p:sp>
      <p:sp>
        <p:nvSpPr>
          <p:cNvPr id="7" name="Rectangle 6">
            <a:extLst>
              <a:ext uri="{FF2B5EF4-FFF2-40B4-BE49-F238E27FC236}">
                <a16:creationId xmlns:a16="http://schemas.microsoft.com/office/drawing/2014/main" id="{997B530D-A61E-09F6-5E29-B06C6F0F500D}"/>
              </a:ext>
            </a:extLst>
          </p:cNvPr>
          <p:cNvSpPr/>
          <p:nvPr/>
        </p:nvSpPr>
        <p:spPr>
          <a:xfrm>
            <a:off x="0" y="1982363"/>
            <a:ext cx="5053631" cy="790503"/>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bg1"/>
                </a:solidFill>
                <a:latin typeface="Calibri" pitchFamily="34" charset="0"/>
                <a:ea typeface="Calibri" pitchFamily="34" charset="-122"/>
                <a:cs typeface="Calibri" pitchFamily="34" charset="-120"/>
              </a:rPr>
              <a:t>Sequential phases; each phase must</a:t>
            </a:r>
            <a:endParaRPr lang="en-US" dirty="0">
              <a:solidFill>
                <a:schemeClr val="bg1"/>
              </a:solidFill>
            </a:endParaRPr>
          </a:p>
          <a:p>
            <a:r>
              <a:rPr lang="en-US" dirty="0">
                <a:solidFill>
                  <a:schemeClr val="bg1"/>
                </a:solidFill>
                <a:latin typeface="Calibri" pitchFamily="34" charset="0"/>
                <a:ea typeface="Calibri" pitchFamily="34" charset="-122"/>
                <a:cs typeface="Calibri" pitchFamily="34" charset="-120"/>
              </a:rPr>
              <a:t>complete before the next begins</a:t>
            </a:r>
            <a:endParaRPr lang="en-US" dirty="0">
              <a:solidFill>
                <a:schemeClr val="bg1"/>
              </a:solidFill>
            </a:endParaRPr>
          </a:p>
        </p:txBody>
      </p:sp>
      <p:sp>
        <p:nvSpPr>
          <p:cNvPr id="8" name="Rectangle 7">
            <a:extLst>
              <a:ext uri="{FF2B5EF4-FFF2-40B4-BE49-F238E27FC236}">
                <a16:creationId xmlns:a16="http://schemas.microsoft.com/office/drawing/2014/main" id="{FB066437-83C7-0471-0C87-DC06FAF71AA7}"/>
              </a:ext>
            </a:extLst>
          </p:cNvPr>
          <p:cNvSpPr/>
          <p:nvPr/>
        </p:nvSpPr>
        <p:spPr>
          <a:xfrm>
            <a:off x="0" y="2908981"/>
            <a:ext cx="5053631" cy="811443"/>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bg1"/>
                </a:solidFill>
                <a:latin typeface="Calibri" pitchFamily="34" charset="0"/>
                <a:ea typeface="Calibri" pitchFamily="34" charset="-122"/>
                <a:cs typeface="Calibri" pitchFamily="34" charset="-120"/>
              </a:rPr>
              <a:t>Requirements frozen upfront;</a:t>
            </a:r>
            <a:endParaRPr lang="en-US" dirty="0">
              <a:solidFill>
                <a:schemeClr val="bg1"/>
              </a:solidFill>
            </a:endParaRPr>
          </a:p>
          <a:p>
            <a:r>
              <a:rPr lang="en-US" dirty="0">
                <a:solidFill>
                  <a:schemeClr val="bg1"/>
                </a:solidFill>
                <a:latin typeface="Calibri" pitchFamily="34" charset="0"/>
                <a:ea typeface="Calibri" pitchFamily="34" charset="-122"/>
                <a:cs typeface="Calibri" pitchFamily="34" charset="-120"/>
              </a:rPr>
              <a:t>change requires formal requests</a:t>
            </a:r>
            <a:endParaRPr lang="en-US" dirty="0">
              <a:solidFill>
                <a:schemeClr val="bg1"/>
              </a:solidFill>
            </a:endParaRPr>
          </a:p>
        </p:txBody>
      </p:sp>
      <p:sp>
        <p:nvSpPr>
          <p:cNvPr id="9" name="Rectangle 8">
            <a:extLst>
              <a:ext uri="{FF2B5EF4-FFF2-40B4-BE49-F238E27FC236}">
                <a16:creationId xmlns:a16="http://schemas.microsoft.com/office/drawing/2014/main" id="{C0FA1FC2-D0DD-905E-3740-99EBC9C1CD73}"/>
              </a:ext>
            </a:extLst>
          </p:cNvPr>
          <p:cNvSpPr/>
          <p:nvPr/>
        </p:nvSpPr>
        <p:spPr>
          <a:xfrm>
            <a:off x="0" y="3884018"/>
            <a:ext cx="5053631" cy="811443"/>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bg1"/>
                </a:solidFill>
                <a:latin typeface="Calibri" pitchFamily="34" charset="0"/>
                <a:ea typeface="Calibri" pitchFamily="34" charset="-122"/>
                <a:cs typeface="Calibri" pitchFamily="34" charset="-120"/>
              </a:rPr>
              <a:t>The client sees the product only</a:t>
            </a:r>
            <a:endParaRPr lang="en-US" dirty="0">
              <a:solidFill>
                <a:schemeClr val="bg1"/>
              </a:solidFill>
            </a:endParaRPr>
          </a:p>
          <a:p>
            <a:r>
              <a:rPr lang="en-US" dirty="0">
                <a:solidFill>
                  <a:schemeClr val="bg1"/>
                </a:solidFill>
                <a:latin typeface="Calibri" pitchFamily="34" charset="0"/>
                <a:ea typeface="Calibri" pitchFamily="34" charset="-122"/>
                <a:cs typeface="Calibri" pitchFamily="34" charset="-120"/>
              </a:rPr>
              <a:t>at final delivery</a:t>
            </a:r>
            <a:endParaRPr lang="en-US" dirty="0">
              <a:solidFill>
                <a:schemeClr val="bg1"/>
              </a:solidFill>
            </a:endParaRPr>
          </a:p>
        </p:txBody>
      </p:sp>
      <p:sp>
        <p:nvSpPr>
          <p:cNvPr id="10" name="Rectangle 9">
            <a:extLst>
              <a:ext uri="{FF2B5EF4-FFF2-40B4-BE49-F238E27FC236}">
                <a16:creationId xmlns:a16="http://schemas.microsoft.com/office/drawing/2014/main" id="{C80CA15B-BCAA-5201-2C5B-2DCF5273AEE6}"/>
              </a:ext>
            </a:extLst>
          </p:cNvPr>
          <p:cNvSpPr/>
          <p:nvPr/>
        </p:nvSpPr>
        <p:spPr>
          <a:xfrm>
            <a:off x="0" y="4832012"/>
            <a:ext cx="5018730" cy="9144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bg1"/>
                </a:solidFill>
                <a:latin typeface="Calibri" pitchFamily="34" charset="0"/>
                <a:ea typeface="Calibri" pitchFamily="34" charset="-122"/>
                <a:cs typeface="Calibri" pitchFamily="34" charset="-120"/>
              </a:rPr>
              <a:t>Testing occurs at the end;</a:t>
            </a:r>
            <a:endParaRPr lang="en-US" dirty="0">
              <a:solidFill>
                <a:schemeClr val="bg1"/>
              </a:solidFill>
            </a:endParaRPr>
          </a:p>
          <a:p>
            <a:r>
              <a:rPr lang="en-US" dirty="0">
                <a:solidFill>
                  <a:schemeClr val="bg1"/>
                </a:solidFill>
                <a:latin typeface="Calibri" pitchFamily="34" charset="0"/>
                <a:ea typeface="Calibri" pitchFamily="34" charset="-122"/>
                <a:cs typeface="Calibri" pitchFamily="34" charset="-120"/>
              </a:rPr>
              <a:t>defects found late are costly</a:t>
            </a:r>
            <a:endParaRPr lang="en-US" dirty="0">
              <a:solidFill>
                <a:schemeClr val="bg1"/>
              </a:solidFill>
            </a:endParaRPr>
          </a:p>
        </p:txBody>
      </p:sp>
      <p:sp>
        <p:nvSpPr>
          <p:cNvPr id="11" name="Rectangle 10">
            <a:extLst>
              <a:ext uri="{FF2B5EF4-FFF2-40B4-BE49-F238E27FC236}">
                <a16:creationId xmlns:a16="http://schemas.microsoft.com/office/drawing/2014/main" id="{BD8EA0AF-B36E-F16C-98D4-9E4B8B48EB23}"/>
              </a:ext>
            </a:extLst>
          </p:cNvPr>
          <p:cNvSpPr/>
          <p:nvPr/>
        </p:nvSpPr>
        <p:spPr>
          <a:xfrm>
            <a:off x="0" y="5845006"/>
            <a:ext cx="4983829" cy="9144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bg1"/>
                </a:solidFill>
                <a:latin typeface="Calibri" pitchFamily="34" charset="0"/>
                <a:ea typeface="Calibri" pitchFamily="34" charset="-122"/>
                <a:cs typeface="Calibri" pitchFamily="34" charset="-120"/>
              </a:rPr>
              <a:t>Mid-project pivots require</a:t>
            </a:r>
            <a:endParaRPr lang="en-US" dirty="0">
              <a:solidFill>
                <a:schemeClr val="bg1"/>
              </a:solidFill>
            </a:endParaRPr>
          </a:p>
          <a:p>
            <a:r>
              <a:rPr lang="en-US" dirty="0">
                <a:solidFill>
                  <a:schemeClr val="bg1"/>
                </a:solidFill>
                <a:latin typeface="Calibri" pitchFamily="34" charset="0"/>
                <a:ea typeface="Calibri" pitchFamily="34" charset="-122"/>
                <a:cs typeface="Calibri" pitchFamily="34" charset="-120"/>
              </a:rPr>
              <a:t>restarting the requirements phase</a:t>
            </a:r>
            <a:endParaRPr lang="en-US" dirty="0">
              <a:solidFill>
                <a:schemeClr val="bg1"/>
              </a:solidFill>
            </a:endParaRPr>
          </a:p>
        </p:txBody>
      </p:sp>
      <p:sp>
        <p:nvSpPr>
          <p:cNvPr id="12" name="Rectangle 11">
            <a:extLst>
              <a:ext uri="{FF2B5EF4-FFF2-40B4-BE49-F238E27FC236}">
                <a16:creationId xmlns:a16="http://schemas.microsoft.com/office/drawing/2014/main" id="{C5CAA2FA-D1AC-A626-AA4C-BCF021908065}"/>
              </a:ext>
            </a:extLst>
          </p:cNvPr>
          <p:cNvSpPr/>
          <p:nvPr/>
        </p:nvSpPr>
        <p:spPr>
          <a:xfrm>
            <a:off x="5444519" y="1870681"/>
            <a:ext cx="4816305" cy="76781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itchFamily="34" charset="0"/>
                <a:ea typeface="Calibri" pitchFamily="34" charset="-122"/>
                <a:cs typeface="Calibri" pitchFamily="34" charset="-120"/>
              </a:rPr>
              <a:t>Iterative sprints; phases overlap</a:t>
            </a:r>
            <a:endParaRPr lang="en-US" dirty="0">
              <a:solidFill>
                <a:schemeClr val="tx1"/>
              </a:solidFill>
            </a:endParaRPr>
          </a:p>
          <a:p>
            <a:r>
              <a:rPr lang="en-US" dirty="0">
                <a:solidFill>
                  <a:schemeClr val="tx1"/>
                </a:solidFill>
                <a:latin typeface="Calibri" pitchFamily="34" charset="0"/>
                <a:ea typeface="Calibri" pitchFamily="34" charset="-122"/>
                <a:cs typeface="Calibri" pitchFamily="34" charset="-120"/>
              </a:rPr>
              <a:t>and repeat each cycle</a:t>
            </a:r>
            <a:endParaRPr lang="en-US" dirty="0">
              <a:solidFill>
                <a:schemeClr val="tx1"/>
              </a:solidFill>
            </a:endParaRPr>
          </a:p>
        </p:txBody>
      </p:sp>
      <p:sp>
        <p:nvSpPr>
          <p:cNvPr id="13" name="Rectangle 12">
            <a:extLst>
              <a:ext uri="{FF2B5EF4-FFF2-40B4-BE49-F238E27FC236}">
                <a16:creationId xmlns:a16="http://schemas.microsoft.com/office/drawing/2014/main" id="{B053503C-B9A8-DF16-901F-D5003646AEC6}"/>
              </a:ext>
            </a:extLst>
          </p:cNvPr>
          <p:cNvSpPr/>
          <p:nvPr/>
        </p:nvSpPr>
        <p:spPr>
          <a:xfrm>
            <a:off x="5444519" y="2847902"/>
            <a:ext cx="4816305" cy="752984"/>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itchFamily="34" charset="0"/>
                <a:ea typeface="Calibri" pitchFamily="34" charset="-122"/>
                <a:cs typeface="Calibri" pitchFamily="34" charset="-120"/>
              </a:rPr>
              <a:t>Requirements evolve; backlog</a:t>
            </a:r>
            <a:endParaRPr lang="en-US" dirty="0">
              <a:solidFill>
                <a:schemeClr val="tx1"/>
              </a:solidFill>
            </a:endParaRPr>
          </a:p>
          <a:p>
            <a:r>
              <a:rPr lang="en-US" dirty="0">
                <a:solidFill>
                  <a:schemeClr val="tx1"/>
                </a:solidFill>
                <a:latin typeface="Calibri" pitchFamily="34" charset="0"/>
                <a:ea typeface="Calibri" pitchFamily="34" charset="-122"/>
                <a:cs typeface="Calibri" pitchFamily="34" charset="-120"/>
              </a:rPr>
              <a:t>reprioritized each sprint</a:t>
            </a:r>
            <a:endParaRPr lang="en-US" dirty="0">
              <a:solidFill>
                <a:schemeClr val="tx1"/>
              </a:solidFill>
            </a:endParaRPr>
          </a:p>
        </p:txBody>
      </p:sp>
      <p:sp>
        <p:nvSpPr>
          <p:cNvPr id="14" name="Rectangle 13">
            <a:extLst>
              <a:ext uri="{FF2B5EF4-FFF2-40B4-BE49-F238E27FC236}">
                <a16:creationId xmlns:a16="http://schemas.microsoft.com/office/drawing/2014/main" id="{EBD5AD44-DE87-5B00-F979-9C4C6C587E07}"/>
              </a:ext>
            </a:extLst>
          </p:cNvPr>
          <p:cNvSpPr/>
          <p:nvPr/>
        </p:nvSpPr>
        <p:spPr>
          <a:xfrm>
            <a:off x="5444519" y="3788478"/>
            <a:ext cx="4816305" cy="811443"/>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itchFamily="34" charset="0"/>
                <a:ea typeface="Calibri" pitchFamily="34" charset="-122"/>
                <a:cs typeface="Calibri" pitchFamily="34" charset="-120"/>
              </a:rPr>
              <a:t>Client reviews working software</a:t>
            </a:r>
            <a:endParaRPr lang="en-US" dirty="0">
              <a:solidFill>
                <a:schemeClr val="tx1"/>
              </a:solidFill>
            </a:endParaRPr>
          </a:p>
          <a:p>
            <a:r>
              <a:rPr lang="en-US" dirty="0">
                <a:solidFill>
                  <a:schemeClr val="tx1"/>
                </a:solidFill>
                <a:latin typeface="Calibri" pitchFamily="34" charset="0"/>
                <a:ea typeface="Calibri" pitchFamily="34" charset="-122"/>
                <a:cs typeface="Calibri" pitchFamily="34" charset="-120"/>
              </a:rPr>
              <a:t>at the end of every sprint</a:t>
            </a:r>
            <a:endParaRPr lang="en-US" dirty="0">
              <a:solidFill>
                <a:schemeClr val="tx1"/>
              </a:solidFill>
            </a:endParaRPr>
          </a:p>
        </p:txBody>
      </p:sp>
      <p:sp>
        <p:nvSpPr>
          <p:cNvPr id="15" name="Rectangle 14">
            <a:extLst>
              <a:ext uri="{FF2B5EF4-FFF2-40B4-BE49-F238E27FC236}">
                <a16:creationId xmlns:a16="http://schemas.microsoft.com/office/drawing/2014/main" id="{5E711273-D688-8344-180C-993A5C1D292E}"/>
              </a:ext>
            </a:extLst>
          </p:cNvPr>
          <p:cNvSpPr/>
          <p:nvPr/>
        </p:nvSpPr>
        <p:spPr>
          <a:xfrm>
            <a:off x="5444519" y="4832012"/>
            <a:ext cx="4816305" cy="856812"/>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latin typeface="Calibri" pitchFamily="34" charset="0"/>
                <a:ea typeface="Calibri" pitchFamily="34" charset="-122"/>
                <a:cs typeface="Calibri" pitchFamily="34" charset="-120"/>
              </a:rPr>
              <a:t>Testing is continuous;</a:t>
            </a:r>
            <a:endParaRPr lang="en-US" dirty="0">
              <a:solidFill>
                <a:schemeClr val="tx1"/>
              </a:solidFill>
            </a:endParaRPr>
          </a:p>
          <a:p>
            <a:r>
              <a:rPr lang="en-US" dirty="0">
                <a:solidFill>
                  <a:schemeClr val="tx1"/>
                </a:solidFill>
                <a:latin typeface="Calibri" pitchFamily="34" charset="0"/>
                <a:ea typeface="Calibri" pitchFamily="34" charset="-122"/>
                <a:cs typeface="Calibri" pitchFamily="34" charset="-120"/>
              </a:rPr>
              <a:t>defects caught early and cheaply</a:t>
            </a:r>
            <a:endParaRPr lang="en-US" dirty="0">
              <a:solidFill>
                <a:schemeClr val="tx1"/>
              </a:solidFill>
            </a:endParaRPr>
          </a:p>
        </p:txBody>
      </p:sp>
      <p:sp>
        <p:nvSpPr>
          <p:cNvPr id="16" name="Rectangle 15">
            <a:extLst>
              <a:ext uri="{FF2B5EF4-FFF2-40B4-BE49-F238E27FC236}">
                <a16:creationId xmlns:a16="http://schemas.microsoft.com/office/drawing/2014/main" id="{30E2181D-579D-8C31-707E-A47FF1EBF937}"/>
              </a:ext>
            </a:extLst>
          </p:cNvPr>
          <p:cNvSpPr/>
          <p:nvPr/>
        </p:nvSpPr>
        <p:spPr>
          <a:xfrm>
            <a:off x="5444519" y="5919169"/>
            <a:ext cx="4816305" cy="840237"/>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Calibri" pitchFamily="34" charset="0"/>
                <a:ea typeface="Calibri" pitchFamily="34" charset="-122"/>
                <a:cs typeface="Calibri" pitchFamily="34" charset="-120"/>
              </a:rPr>
              <a:t>Pivots absorbed through</a:t>
            </a:r>
            <a:endParaRPr lang="en-US">
              <a:solidFill>
                <a:schemeClr val="tx1"/>
              </a:solidFill>
            </a:endParaRPr>
          </a:p>
          <a:p>
            <a:r>
              <a:rPr lang="en-US">
                <a:solidFill>
                  <a:schemeClr val="tx1"/>
                </a:solidFill>
                <a:latin typeface="Calibri" pitchFamily="34" charset="0"/>
                <a:ea typeface="Calibri" pitchFamily="34" charset="-122"/>
                <a:cs typeface="Calibri" pitchFamily="34" charset="-120"/>
              </a:rPr>
              <a:t>backlog reprioritization</a:t>
            </a:r>
            <a:endParaRPr lang="en-US" dirty="0">
              <a:solidFill>
                <a:schemeClr val="tx1"/>
              </a:solidFill>
            </a:endParaRPr>
          </a:p>
        </p:txBody>
      </p:sp>
    </p:spTree>
    <p:extLst>
      <p:ext uri="{BB962C8B-B14F-4D97-AF65-F5344CB8AC3E}">
        <p14:creationId xmlns:p14="http://schemas.microsoft.com/office/powerpoint/2010/main" val="2737541044"/>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38EF96D-19D9-D7F0-D490-54C867E6D123}"/>
              </a:ext>
            </a:extLst>
          </p:cNvPr>
          <p:cNvSpPr/>
          <p:nvPr/>
        </p:nvSpPr>
        <p:spPr>
          <a:xfrm>
            <a:off x="-1" y="1"/>
            <a:ext cx="9988597" cy="11866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Vacation Project in Waterfall</a:t>
            </a:r>
          </a:p>
        </p:txBody>
      </p:sp>
      <p:sp>
        <p:nvSpPr>
          <p:cNvPr id="3" name="Rectangle 2">
            <a:extLst>
              <a:ext uri="{FF2B5EF4-FFF2-40B4-BE49-F238E27FC236}">
                <a16:creationId xmlns:a16="http://schemas.microsoft.com/office/drawing/2014/main" id="{EF0647B5-DBFF-1E77-3AA4-F03881F547BC}"/>
              </a:ext>
            </a:extLst>
          </p:cNvPr>
          <p:cNvSpPr/>
          <p:nvPr/>
        </p:nvSpPr>
        <p:spPr>
          <a:xfrm>
            <a:off x="0" y="1186628"/>
            <a:ext cx="9988598" cy="5671372"/>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500" dirty="0"/>
              <a:t>Under a waterfall approach, the SNHU Travel project would have looked fundamentally different from start to finish. The team would have begun with a lengthy requirements phase in which Amanda and management defined every feature of the booking platform upfront, the top five destinations list, user-specific recommendations, cost filtering, and vacation type selection, all documented in a formal requirements specification before any design or development began. Those requirements would then have been frozen. Any changes after that point would have required a formal change request, review, and approval process before work could continue. Once requirements were signed off, the project would have moved into a design phase where architects and developers planned the full system structure before writing a single line of code. Only after design was approved would development begin, and build the entire booking platform in one continuous phase with no client interaction and no opportunity for Amanda to weigh in on what was being built. The wellness travel pivots the moment management redirected focus toward detox and wellness packages; this would have been the breaking point. Under a waterfall, that change would have arrived as a formal change request requiring the team to reopen the requirements document, revise the design artifacts to reflect the new direction, and potentially restart portions of development that were already underway. Within a five-week timeline, that process alone could have consumed most of the remaining schedule, resulting in delayed or incomplete delivery. Brian's role as tester would have been confined entirely to the end of the project. After Nicky finished building the full system, Brian would have received it for validation and began discovering defects in a fully integrated product, the most expensive and time-consuming point at which to find problems. Fixes would require developers to revisit completed, interconnected code rather than correcting individual features as they were built. Finally, Amanda would not have seen any working version of the platform until final delivery. If the product missed her expectations, which, given the mid-project pivot, it certainly would have, there would have been no opportunity to course-correct. The team would have delivered exactly what was specified in week one, not what the client needed by week five.</a:t>
            </a:r>
          </a:p>
        </p:txBody>
      </p:sp>
    </p:spTree>
    <p:extLst>
      <p:ext uri="{BB962C8B-B14F-4D97-AF65-F5344CB8AC3E}">
        <p14:creationId xmlns:p14="http://schemas.microsoft.com/office/powerpoint/2010/main" val="390144622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006D0F3-B009-8D07-F770-BA43618952FC}"/>
              </a:ext>
            </a:extLst>
          </p:cNvPr>
          <p:cNvSpPr/>
          <p:nvPr/>
        </p:nvSpPr>
        <p:spPr>
          <a:xfrm>
            <a:off x="0" y="0"/>
            <a:ext cx="10882058" cy="10958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t>References</a:t>
            </a:r>
          </a:p>
        </p:txBody>
      </p:sp>
      <p:sp>
        <p:nvSpPr>
          <p:cNvPr id="5" name="Rectangle 4">
            <a:extLst>
              <a:ext uri="{FF2B5EF4-FFF2-40B4-BE49-F238E27FC236}">
                <a16:creationId xmlns:a16="http://schemas.microsoft.com/office/drawing/2014/main" id="{BF2DA264-1D39-1D16-589D-6D43CCC5A999}"/>
              </a:ext>
            </a:extLst>
          </p:cNvPr>
          <p:cNvSpPr/>
          <p:nvPr/>
        </p:nvSpPr>
        <p:spPr>
          <a:xfrm>
            <a:off x="0" y="1095884"/>
            <a:ext cx="10882058" cy="57621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Atlassian. (2026, February 11). </a:t>
            </a:r>
            <a:r>
              <a:rPr lang="en-US" i="1" dirty="0"/>
              <a:t>What is the waterfall methodology?</a:t>
            </a:r>
            <a:r>
              <a:rPr lang="en-US" dirty="0"/>
              <a:t> Atlassian. </a:t>
            </a:r>
            <a:r>
              <a:rPr lang="en-US" dirty="0">
                <a:solidFill>
                  <a:schemeClr val="bg1"/>
                </a:solidFill>
                <a:hlinkClick r:id="rId2">
                  <a:extLst>
                    <a:ext uri="{A12FA001-AC4F-418D-AE19-62706E023703}">
                      <ahyp:hlinkClr xmlns:ahyp="http://schemas.microsoft.com/office/drawing/2018/hyperlinkcolor" val="tx"/>
                    </a:ext>
                  </a:extLst>
                </a:hlinkClick>
              </a:rPr>
              <a:t>https://www.atlassian.com/agile/project-management/waterfall-methodology</a:t>
            </a:r>
            <a:endParaRPr lang="en-US" dirty="0">
              <a:solidFill>
                <a:schemeClr val="bg1"/>
              </a:solidFill>
            </a:endParaRPr>
          </a:p>
          <a:p>
            <a:endParaRPr lang="en-US" dirty="0">
              <a:solidFill>
                <a:schemeClr val="bg1"/>
              </a:solidFill>
            </a:endParaRPr>
          </a:p>
          <a:p>
            <a:r>
              <a:rPr lang="en-US" dirty="0"/>
              <a:t>EBSCO Research. (n.d.). </a:t>
            </a:r>
            <a:r>
              <a:rPr lang="en-US" i="1" dirty="0"/>
              <a:t>Waterfall model</a:t>
            </a:r>
            <a:r>
              <a:rPr lang="en-US" dirty="0"/>
              <a:t>. EBSCO Research Starters. https://www.ebsco.com/research-starters/computer-science/waterfall-model</a:t>
            </a:r>
          </a:p>
          <a:p>
            <a:endParaRPr lang="en-US" dirty="0"/>
          </a:p>
          <a:p>
            <a:r>
              <a:rPr lang="en-US" dirty="0"/>
              <a:t>TechTarget. (n.d.). </a:t>
            </a:r>
            <a:r>
              <a:rPr lang="en-US" i="1" dirty="0"/>
              <a:t>What is the waterfall model? Definition and guide</a:t>
            </a:r>
            <a:r>
              <a:rPr lang="en-US" dirty="0"/>
              <a:t>. TechTarget. </a:t>
            </a:r>
            <a:r>
              <a:rPr lang="en-US" dirty="0">
                <a:solidFill>
                  <a:schemeClr val="bg1"/>
                </a:solidFill>
                <a:hlinkClick r:id="rId3">
                  <a:extLst>
                    <a:ext uri="{A12FA001-AC4F-418D-AE19-62706E023703}">
                      <ahyp:hlinkClr xmlns:ahyp="http://schemas.microsoft.com/office/drawing/2018/hyperlinkcolor" val="tx"/>
                    </a:ext>
                  </a:extLst>
                </a:hlinkClick>
              </a:rPr>
              <a:t>https://www.techtarget.com/searchsoftwarequality/definition/waterfall-model</a:t>
            </a:r>
            <a:endParaRPr lang="en-US" dirty="0">
              <a:solidFill>
                <a:schemeClr val="bg1"/>
              </a:solidFill>
            </a:endParaRPr>
          </a:p>
          <a:p>
            <a:endParaRPr lang="en-US" dirty="0">
              <a:solidFill>
                <a:schemeClr val="bg1"/>
              </a:solidFill>
            </a:endParaRPr>
          </a:p>
          <a:p>
            <a:r>
              <a:rPr lang="en-US" sz="2000" dirty="0" err="1">
                <a:solidFill>
                  <a:schemeClr val="bg1"/>
                </a:solidFill>
                <a:latin typeface="Times New Roman" panose="02020603050405020304" pitchFamily="18" charset="0"/>
                <a:ea typeface="Calibri" pitchFamily="34" charset="-122"/>
                <a:cs typeface="Times New Roman" panose="02020603050405020304" pitchFamily="18" charset="0"/>
              </a:rPr>
              <a:t>Agilemania</a:t>
            </a:r>
            <a:r>
              <a:rPr lang="en-US" sz="2000" dirty="0">
                <a:solidFill>
                  <a:schemeClr val="bg1"/>
                </a:solidFill>
                <a:latin typeface="Times New Roman" panose="02020603050405020304" pitchFamily="18" charset="0"/>
                <a:ea typeface="Calibri" pitchFamily="34" charset="-122"/>
                <a:cs typeface="Times New Roman" panose="02020603050405020304" pitchFamily="18" charset="0"/>
              </a:rPr>
              <a:t>. (n.d.). Essential Scrum events: A comprehensive guide for agile teams.</a:t>
            </a:r>
            <a:endParaRPr lang="en-US" sz="2000" dirty="0">
              <a:solidFill>
                <a:schemeClr val="bg1"/>
              </a:solidFill>
              <a:latin typeface="Times New Roman" panose="02020603050405020304" pitchFamily="18" charset="0"/>
              <a:cs typeface="Times New Roman" panose="02020603050405020304" pitchFamily="18" charset="0"/>
            </a:endParaRPr>
          </a:p>
          <a:p>
            <a:r>
              <a:rPr lang="en-US" sz="2000" dirty="0">
                <a:solidFill>
                  <a:schemeClr val="bg1"/>
                </a:solidFill>
                <a:latin typeface="Times New Roman" panose="02020603050405020304" pitchFamily="18" charset="0"/>
                <a:ea typeface="Calibri" pitchFamily="34" charset="-122"/>
                <a:cs typeface="Times New Roman" panose="02020603050405020304" pitchFamily="18" charset="0"/>
              </a:rPr>
              <a:t>        </a:t>
            </a:r>
            <a:r>
              <a:rPr lang="en-US" sz="2000" dirty="0">
                <a:solidFill>
                  <a:schemeClr val="bg1"/>
                </a:solidFill>
                <a:latin typeface="Times New Roman" panose="02020603050405020304" pitchFamily="18" charset="0"/>
                <a:ea typeface="Calibri" pitchFamily="34" charset="-122"/>
                <a:cs typeface="Times New Roman" panose="02020603050405020304" pitchFamily="18" charset="0"/>
                <a:hlinkClick r:id="rId4">
                  <a:extLst>
                    <a:ext uri="{A12FA001-AC4F-418D-AE19-62706E023703}">
                      <ahyp:hlinkClr xmlns:ahyp="http://schemas.microsoft.com/office/drawing/2018/hyperlinkcolor" val="tx"/>
                    </a:ext>
                  </a:extLst>
                </a:hlinkClick>
              </a:rPr>
              <a:t>https://agilemania.com/tutorial/what-are-the-scrum-events</a:t>
            </a:r>
            <a:endParaRPr lang="en-US" sz="2000" dirty="0">
              <a:solidFill>
                <a:schemeClr val="bg1"/>
              </a:solidFill>
              <a:latin typeface="Times New Roman" panose="02020603050405020304" pitchFamily="18" charset="0"/>
              <a:ea typeface="Calibri" pitchFamily="34" charset="-122"/>
              <a:cs typeface="Times New Roman" panose="02020603050405020304" pitchFamily="18" charset="0"/>
            </a:endParaRPr>
          </a:p>
          <a:p>
            <a:endParaRPr lang="en-US" sz="2000" dirty="0">
              <a:solidFill>
                <a:schemeClr val="bg1"/>
              </a:solidFill>
              <a:latin typeface="Times New Roman" panose="02020603050405020304" pitchFamily="18" charset="0"/>
              <a:ea typeface="Calibri" pitchFamily="34" charset="-122"/>
              <a:cs typeface="Times New Roman" panose="02020603050405020304" pitchFamily="18" charset="0"/>
            </a:endParaRPr>
          </a:p>
          <a:p>
            <a:r>
              <a:rPr lang="en-US" dirty="0" err="1"/>
              <a:t>GeeksforGeeks</a:t>
            </a:r>
            <a:r>
              <a:rPr lang="en-US" dirty="0"/>
              <a:t>. (2026, January 15). </a:t>
            </a:r>
            <a:r>
              <a:rPr lang="en-US" i="1" dirty="0"/>
              <a:t>Waterfall Model - Software Engineering</a:t>
            </a:r>
            <a:r>
              <a:rPr lang="en-US" dirty="0"/>
              <a:t>. https://www.geeksforgeeks.org/software-engineering/waterfall-model/ </a:t>
            </a:r>
          </a:p>
          <a:p>
            <a:endParaRPr lang="en-US" sz="2000" dirty="0">
              <a:solidFill>
                <a:schemeClr val="bg1"/>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040217695"/>
      </p:ext>
    </p:extLst>
  </p:cSld>
  <p:clrMapOvr>
    <a:masterClrMapping/>
  </p:clrMapOvr>
</p:sld>
</file>

<file path=ppt/theme/theme1.xml><?xml version="1.0" encoding="utf-8"?>
<a:theme xmlns:a="http://schemas.openxmlformats.org/drawingml/2006/main" name="Face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267</TotalTime>
  <Words>892</Words>
  <Application>Microsoft Office PowerPoint</Application>
  <PresentationFormat>Widescreen</PresentationFormat>
  <Paragraphs>73</Paragraphs>
  <Slides>6</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Aptos</vt:lpstr>
      <vt:lpstr>Arial</vt:lpstr>
      <vt:lpstr>Calibri</vt:lpstr>
      <vt:lpstr>Times New Roman</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Ricky Williams</dc:creator>
  <cp:lastModifiedBy>Ricky Williams</cp:lastModifiedBy>
  <cp:revision>1</cp:revision>
  <dcterms:created xsi:type="dcterms:W3CDTF">2026-04-18T23:36:54Z</dcterms:created>
  <dcterms:modified xsi:type="dcterms:W3CDTF">2026-04-19T17:38:54Z</dcterms:modified>
</cp:coreProperties>
</file>